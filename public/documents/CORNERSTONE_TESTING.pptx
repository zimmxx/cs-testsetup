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4"/>
    <p:sldMasterId id="2147483696" r:id="rId5"/>
    <p:sldMasterId id="2147483705" r:id="rId6"/>
  </p:sldMasterIdLst>
  <p:sldIdLst>
    <p:sldId id="256" r:id="rId7"/>
    <p:sldId id="257" r:id="rId8"/>
    <p:sldId id="292" r:id="rId9"/>
    <p:sldId id="273" r:id="rId10"/>
    <p:sldId id="275" r:id="rId11"/>
    <p:sldId id="277" r:id="rId12"/>
    <p:sldId id="289" r:id="rId13"/>
    <p:sldId id="279" r:id="rId14"/>
    <p:sldId id="294" r:id="rId15"/>
    <p:sldId id="295" r:id="rId16"/>
    <p:sldId id="278" r:id="rId17"/>
    <p:sldId id="280" r:id="rId18"/>
    <p:sldId id="297" r:id="rId19"/>
    <p:sldId id="296" r:id="rId20"/>
    <p:sldId id="298" r:id="rId21"/>
    <p:sldId id="299" r:id="rId22"/>
    <p:sldId id="300" r:id="rId23"/>
    <p:sldId id="301" r:id="rId24"/>
    <p:sldId id="302" r:id="rId25"/>
    <p:sldId id="303" r:id="rId26"/>
    <p:sldId id="286" r:id="rId27"/>
    <p:sldId id="293" r:id="rId28"/>
    <p:sldId id="287" r:id="rId29"/>
    <p:sldId id="291" r:id="rId30"/>
    <p:sldId id="259" r:id="rId31"/>
    <p:sldId id="281" r:id="rId32"/>
    <p:sldId id="282" r:id="rId33"/>
    <p:sldId id="283" r:id="rId34"/>
    <p:sldId id="284" r:id="rId35"/>
    <p:sldId id="285" r:id="rId36"/>
    <p:sldId id="261" r:id="rId37"/>
    <p:sldId id="263" r:id="rId38"/>
    <p:sldId id="264" r:id="rId39"/>
    <p:sldId id="274" r:id="rId40"/>
    <p:sldId id="266" r:id="rId41"/>
    <p:sldId id="267" r:id="rId42"/>
    <p:sldId id="268" r:id="rId43"/>
    <p:sldId id="269" r:id="rId44"/>
    <p:sldId id="270" r:id="rId45"/>
    <p:sldId id="271" r:id="rId46"/>
    <p:sldId id="290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D058D4-5530-F66F-8190-B746B1CE11C3}" v="131" dt="2026-08-14T15:51:51.7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1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theme" Target="theme/theme1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viewProps" Target="view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presProps" Target="presProps.xml"/><Relationship Id="rId8" Type="http://schemas.openxmlformats.org/officeDocument/2006/relationships/slide" Target="slides/slide2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#1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3493132-89C6-4CD6-982E-7E9418963852}" type="doc">
      <dgm:prSet loTypeId="urn:microsoft.com/office/officeart/2005/8/layout/orgChart1" loCatId="hierarchy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GB"/>
        </a:p>
      </dgm:t>
    </dgm:pt>
    <dgm:pt modelId="{14697DC1-D540-4312-BD42-6E1E2BDCAF00}">
      <dgm:prSet phldrT="[Text]" phldr="0"/>
      <dgm:spPr/>
      <dgm:t>
        <a:bodyPr/>
        <a:lstStyle/>
        <a:p>
          <a:r>
            <a:rPr lang="en-GB" dirty="0"/>
            <a:t>Testing</a:t>
          </a:r>
        </a:p>
      </dgm:t>
    </dgm:pt>
    <dgm:pt modelId="{03FEA026-E601-4F81-9E5B-03E1E91BC876}" type="parTrans" cxnId="{AA8ADFFE-BC12-4C27-92B6-D0178771BA37}">
      <dgm:prSet/>
      <dgm:spPr/>
      <dgm:t>
        <a:bodyPr/>
        <a:lstStyle/>
        <a:p>
          <a:endParaRPr lang="en-GB"/>
        </a:p>
      </dgm:t>
    </dgm:pt>
    <dgm:pt modelId="{21B796DB-87C4-439B-9587-364C64015316}" type="sibTrans" cxnId="{AA8ADFFE-BC12-4C27-92B6-D0178771BA37}">
      <dgm:prSet/>
      <dgm:spPr/>
      <dgm:t>
        <a:bodyPr/>
        <a:lstStyle/>
        <a:p>
          <a:endParaRPr lang="en-GB"/>
        </a:p>
      </dgm:t>
    </dgm:pt>
    <dgm:pt modelId="{67DDA99C-5DBD-409A-9CF4-2E9E3453BDCF}">
      <dgm:prSet phldrT="[Text]" phldr="0"/>
      <dgm:spPr/>
      <dgm:t>
        <a:bodyPr/>
        <a:lstStyle/>
        <a:p>
          <a:r>
            <a:rPr lang="en-GB" dirty="0"/>
            <a:t>Chip Level</a:t>
          </a:r>
        </a:p>
      </dgm:t>
    </dgm:pt>
    <dgm:pt modelId="{CF91F5B9-2F02-4C76-AD2B-F65F742C019B}" type="parTrans" cxnId="{3D433E60-5489-482B-931A-C42FEF10B08D}">
      <dgm:prSet/>
      <dgm:spPr/>
      <dgm:t>
        <a:bodyPr/>
        <a:lstStyle/>
        <a:p>
          <a:endParaRPr lang="en-GB"/>
        </a:p>
      </dgm:t>
    </dgm:pt>
    <dgm:pt modelId="{CA017D89-165D-46F8-81AC-96F2BFDFC07A}" type="sibTrans" cxnId="{3D433E60-5489-482B-931A-C42FEF10B08D}">
      <dgm:prSet/>
      <dgm:spPr/>
      <dgm:t>
        <a:bodyPr/>
        <a:lstStyle/>
        <a:p>
          <a:endParaRPr lang="en-GB"/>
        </a:p>
      </dgm:t>
    </dgm:pt>
    <dgm:pt modelId="{C79B119E-2A8D-4C69-B669-90B645AA45DC}">
      <dgm:prSet phldrT="[Text]" phldr="0"/>
      <dgm:spPr/>
      <dgm:t>
        <a:bodyPr/>
        <a:lstStyle/>
        <a:p>
          <a:r>
            <a:rPr lang="en-GB" dirty="0"/>
            <a:t>Wafer Level</a:t>
          </a:r>
        </a:p>
      </dgm:t>
    </dgm:pt>
    <dgm:pt modelId="{5506B486-7727-4957-8E9B-16BB14EE4FDC}" type="parTrans" cxnId="{7CC36409-6B8B-4FF1-931B-780DF9CBB5BA}">
      <dgm:prSet/>
      <dgm:spPr/>
      <dgm:t>
        <a:bodyPr/>
        <a:lstStyle/>
        <a:p>
          <a:endParaRPr lang="en-GB"/>
        </a:p>
      </dgm:t>
    </dgm:pt>
    <dgm:pt modelId="{BABB0F90-749D-4D6B-AE8A-DEF2003FF584}" type="sibTrans" cxnId="{7CC36409-6B8B-4FF1-931B-780DF9CBB5BA}">
      <dgm:prSet/>
      <dgm:spPr/>
      <dgm:t>
        <a:bodyPr/>
        <a:lstStyle/>
        <a:p>
          <a:endParaRPr lang="en-GB"/>
        </a:p>
      </dgm:t>
    </dgm:pt>
    <dgm:pt modelId="{3D86AAAF-4F4E-4BA5-AB91-16C7FA41EB6E}">
      <dgm:prSet/>
      <dgm:spPr/>
      <dgm:t>
        <a:bodyPr/>
        <a:lstStyle/>
        <a:p>
          <a:r>
            <a:rPr lang="en-GB" dirty="0"/>
            <a:t>Optical</a:t>
          </a:r>
        </a:p>
      </dgm:t>
    </dgm:pt>
    <dgm:pt modelId="{CB7A1EB4-153E-45EB-8EF3-AE8166BE5D3B}" type="parTrans" cxnId="{AB865E5D-2D7C-4639-BA99-53FAA87A5187}">
      <dgm:prSet/>
      <dgm:spPr/>
      <dgm:t>
        <a:bodyPr/>
        <a:lstStyle/>
        <a:p>
          <a:endParaRPr lang="en-GB"/>
        </a:p>
      </dgm:t>
    </dgm:pt>
    <dgm:pt modelId="{D14F6D1E-C8B9-4939-B9F7-2B43B64E32BD}" type="sibTrans" cxnId="{AB865E5D-2D7C-4639-BA99-53FAA87A5187}">
      <dgm:prSet/>
      <dgm:spPr/>
      <dgm:t>
        <a:bodyPr/>
        <a:lstStyle/>
        <a:p>
          <a:endParaRPr lang="en-GB"/>
        </a:p>
      </dgm:t>
    </dgm:pt>
    <dgm:pt modelId="{074DCCA1-E795-4608-BA7E-91059FE83C98}">
      <dgm:prSet/>
      <dgm:spPr/>
      <dgm:t>
        <a:bodyPr/>
        <a:lstStyle/>
        <a:p>
          <a:r>
            <a:rPr lang="en-GB" dirty="0"/>
            <a:t>Electrical</a:t>
          </a:r>
        </a:p>
      </dgm:t>
    </dgm:pt>
    <dgm:pt modelId="{1AE3C05D-A6B5-4484-BC50-7A8AD4E96530}" type="parTrans" cxnId="{7746D12F-6ADD-47B8-BE5C-AB72B224B5C9}">
      <dgm:prSet/>
      <dgm:spPr/>
      <dgm:t>
        <a:bodyPr/>
        <a:lstStyle/>
        <a:p>
          <a:endParaRPr lang="en-GB"/>
        </a:p>
      </dgm:t>
    </dgm:pt>
    <dgm:pt modelId="{CBB6D766-C8B2-4D92-81B8-860A89C78999}" type="sibTrans" cxnId="{7746D12F-6ADD-47B8-BE5C-AB72B224B5C9}">
      <dgm:prSet/>
      <dgm:spPr/>
      <dgm:t>
        <a:bodyPr/>
        <a:lstStyle/>
        <a:p>
          <a:endParaRPr lang="en-GB"/>
        </a:p>
      </dgm:t>
    </dgm:pt>
    <dgm:pt modelId="{549BC215-0BAB-43F5-87A9-34442E4C46EC}">
      <dgm:prSet/>
      <dgm:spPr/>
      <dgm:t>
        <a:bodyPr/>
        <a:lstStyle/>
        <a:p>
          <a:r>
            <a:rPr lang="en-GB" dirty="0"/>
            <a:t>Optical</a:t>
          </a:r>
        </a:p>
      </dgm:t>
    </dgm:pt>
    <dgm:pt modelId="{A303A2D2-02DA-4171-99BC-207CA217385D}" type="parTrans" cxnId="{0BB0A78A-E15F-445C-B313-5170F0658493}">
      <dgm:prSet/>
      <dgm:spPr/>
      <dgm:t>
        <a:bodyPr/>
        <a:lstStyle/>
        <a:p>
          <a:endParaRPr lang="en-GB"/>
        </a:p>
      </dgm:t>
    </dgm:pt>
    <dgm:pt modelId="{6553B39C-8E64-4744-A4AF-992D920469C2}" type="sibTrans" cxnId="{0BB0A78A-E15F-445C-B313-5170F0658493}">
      <dgm:prSet/>
      <dgm:spPr/>
      <dgm:t>
        <a:bodyPr/>
        <a:lstStyle/>
        <a:p>
          <a:endParaRPr lang="en-GB"/>
        </a:p>
      </dgm:t>
    </dgm:pt>
    <dgm:pt modelId="{243D2420-9028-4525-BDC8-38996CA74E2B}">
      <dgm:prSet/>
      <dgm:spPr/>
      <dgm:t>
        <a:bodyPr/>
        <a:lstStyle/>
        <a:p>
          <a:r>
            <a:rPr lang="en-GB" dirty="0"/>
            <a:t>Electrical</a:t>
          </a:r>
        </a:p>
      </dgm:t>
    </dgm:pt>
    <dgm:pt modelId="{DF865A5D-3A44-47A9-877B-75FBB5401424}" type="parTrans" cxnId="{D84D4A69-BBCD-4351-9588-0144CF0FC820}">
      <dgm:prSet/>
      <dgm:spPr/>
      <dgm:t>
        <a:bodyPr/>
        <a:lstStyle/>
        <a:p>
          <a:endParaRPr lang="en-GB"/>
        </a:p>
      </dgm:t>
    </dgm:pt>
    <dgm:pt modelId="{BA94E8F3-FEB0-4485-B064-359B2AA62FBE}" type="sibTrans" cxnId="{D84D4A69-BBCD-4351-9588-0144CF0FC820}">
      <dgm:prSet/>
      <dgm:spPr/>
      <dgm:t>
        <a:bodyPr/>
        <a:lstStyle/>
        <a:p>
          <a:endParaRPr lang="en-GB"/>
        </a:p>
      </dgm:t>
    </dgm:pt>
    <dgm:pt modelId="{4208A642-0D39-49F8-B5FD-F7F64182EBFB}">
      <dgm:prSet/>
      <dgm:spPr/>
      <dgm:t>
        <a:bodyPr/>
        <a:lstStyle/>
        <a:p>
          <a:r>
            <a:rPr lang="en-GB"/>
            <a:t>Insertion Loss</a:t>
          </a:r>
        </a:p>
      </dgm:t>
    </dgm:pt>
    <dgm:pt modelId="{3F304D1F-17F5-4DFA-AE69-9AF5F97F22A2}" type="parTrans" cxnId="{1D27AA32-8EBF-4632-B5CA-8E17BAD8ECD3}">
      <dgm:prSet/>
      <dgm:spPr/>
      <dgm:t>
        <a:bodyPr/>
        <a:lstStyle/>
        <a:p>
          <a:endParaRPr lang="en-GB"/>
        </a:p>
      </dgm:t>
    </dgm:pt>
    <dgm:pt modelId="{0E8E128C-8378-4968-8778-6301A2CB9935}" type="sibTrans" cxnId="{1D27AA32-8EBF-4632-B5CA-8E17BAD8ECD3}">
      <dgm:prSet/>
      <dgm:spPr/>
      <dgm:t>
        <a:bodyPr/>
        <a:lstStyle/>
        <a:p>
          <a:endParaRPr lang="en-GB"/>
        </a:p>
      </dgm:t>
    </dgm:pt>
    <dgm:pt modelId="{5F4F26DB-EC3E-44AD-B42F-30779BE122A7}">
      <dgm:prSet/>
      <dgm:spPr/>
      <dgm:t>
        <a:bodyPr/>
        <a:lstStyle/>
        <a:p>
          <a:r>
            <a:rPr lang="en-GB"/>
            <a:t>Propagation Loss</a:t>
          </a:r>
        </a:p>
      </dgm:t>
    </dgm:pt>
    <dgm:pt modelId="{BD875804-C6CD-4E51-A131-83D6E3D4DFD9}" type="parTrans" cxnId="{3FAFB6A6-A7E8-4E29-AF69-93BDFF81D8EC}">
      <dgm:prSet/>
      <dgm:spPr/>
      <dgm:t>
        <a:bodyPr/>
        <a:lstStyle/>
        <a:p>
          <a:endParaRPr lang="en-GB"/>
        </a:p>
      </dgm:t>
    </dgm:pt>
    <dgm:pt modelId="{D9920B0D-5736-4B89-AE1C-5FF173941F6C}" type="sibTrans" cxnId="{3FAFB6A6-A7E8-4E29-AF69-93BDFF81D8EC}">
      <dgm:prSet/>
      <dgm:spPr/>
      <dgm:t>
        <a:bodyPr/>
        <a:lstStyle/>
        <a:p>
          <a:endParaRPr lang="en-GB"/>
        </a:p>
      </dgm:t>
    </dgm:pt>
    <dgm:pt modelId="{BACA8275-DC0E-4BB0-ABE5-1DF8DF4FAFC9}">
      <dgm:prSet/>
      <dgm:spPr/>
      <dgm:t>
        <a:bodyPr/>
        <a:lstStyle/>
        <a:p>
          <a:r>
            <a:rPr lang="en-GB"/>
            <a:t>Fibre Arrays</a:t>
          </a:r>
        </a:p>
      </dgm:t>
    </dgm:pt>
    <dgm:pt modelId="{F868E0FC-F688-4B6F-BB65-7CB5D90C1AAF}" type="parTrans" cxnId="{51F60626-8566-4BB2-AD41-447B63E101E1}">
      <dgm:prSet/>
      <dgm:spPr/>
      <dgm:t>
        <a:bodyPr/>
        <a:lstStyle/>
        <a:p>
          <a:endParaRPr lang="en-GB"/>
        </a:p>
      </dgm:t>
    </dgm:pt>
    <dgm:pt modelId="{CFE81323-BF71-4FE4-ABE4-11ACCD4E7846}" type="sibTrans" cxnId="{51F60626-8566-4BB2-AD41-447B63E101E1}">
      <dgm:prSet/>
      <dgm:spPr/>
      <dgm:t>
        <a:bodyPr/>
        <a:lstStyle/>
        <a:p>
          <a:endParaRPr lang="en-GB"/>
        </a:p>
      </dgm:t>
    </dgm:pt>
    <dgm:pt modelId="{6BDE7952-4011-4A27-8356-3DCA294F7BC0}">
      <dgm:prSet/>
      <dgm:spPr/>
      <dgm:t>
        <a:bodyPr/>
        <a:lstStyle/>
        <a:p>
          <a:r>
            <a:rPr lang="en-GB" dirty="0"/>
            <a:t>Edge Coupling</a:t>
          </a:r>
        </a:p>
      </dgm:t>
    </dgm:pt>
    <dgm:pt modelId="{BA09F10D-BCDF-4BE6-B464-003A21AB7076}" type="parTrans" cxnId="{693FDB3A-7F3A-43B3-ABD3-BA2E7A857F92}">
      <dgm:prSet/>
      <dgm:spPr/>
      <dgm:t>
        <a:bodyPr/>
        <a:lstStyle/>
        <a:p>
          <a:endParaRPr lang="en-GB"/>
        </a:p>
      </dgm:t>
    </dgm:pt>
    <dgm:pt modelId="{FC2B155F-52D0-42AA-8DCC-6CD7ED10C494}" type="sibTrans" cxnId="{693FDB3A-7F3A-43B3-ABD3-BA2E7A857F92}">
      <dgm:prSet/>
      <dgm:spPr/>
      <dgm:t>
        <a:bodyPr/>
        <a:lstStyle/>
        <a:p>
          <a:endParaRPr lang="en-GB"/>
        </a:p>
      </dgm:t>
    </dgm:pt>
    <dgm:pt modelId="{A2564FE1-5A7A-46E1-B680-4844D5A6BA4B}">
      <dgm:prSet/>
      <dgm:spPr/>
      <dgm:t>
        <a:bodyPr/>
        <a:lstStyle/>
        <a:p>
          <a:r>
            <a:rPr lang="en-GB" dirty="0"/>
            <a:t>C-band, O-band, Mid-IR</a:t>
          </a:r>
        </a:p>
      </dgm:t>
    </dgm:pt>
    <dgm:pt modelId="{BCB52B82-D75D-4CDF-AE71-A1CC615B242D}" type="parTrans" cxnId="{6B674361-1967-45A9-8B2A-20D0F0CEC80F}">
      <dgm:prSet/>
      <dgm:spPr/>
      <dgm:t>
        <a:bodyPr/>
        <a:lstStyle/>
        <a:p>
          <a:endParaRPr lang="en-GB"/>
        </a:p>
      </dgm:t>
    </dgm:pt>
    <dgm:pt modelId="{322E6DAA-2355-4516-B13F-62BED16E1DB6}" type="sibTrans" cxnId="{6B674361-1967-45A9-8B2A-20D0F0CEC80F}">
      <dgm:prSet/>
      <dgm:spPr/>
      <dgm:t>
        <a:bodyPr/>
        <a:lstStyle/>
        <a:p>
          <a:endParaRPr lang="en-GB"/>
        </a:p>
      </dgm:t>
    </dgm:pt>
    <dgm:pt modelId="{5D09D446-77DC-4A60-9FA6-7BF6D5DA94DF}">
      <dgm:prSet/>
      <dgm:spPr/>
      <dgm:t>
        <a:bodyPr/>
        <a:lstStyle/>
        <a:p>
          <a:r>
            <a:rPr lang="en-GB" dirty="0"/>
            <a:t>MZI Heater Performance</a:t>
          </a:r>
        </a:p>
      </dgm:t>
    </dgm:pt>
    <dgm:pt modelId="{1572F43A-2F2A-411F-88C2-ACB2144C2FEA}" type="parTrans" cxnId="{BA513D9C-717B-4BAE-964A-08F8D4B5FB3C}">
      <dgm:prSet/>
      <dgm:spPr/>
      <dgm:t>
        <a:bodyPr/>
        <a:lstStyle/>
        <a:p>
          <a:endParaRPr lang="en-GB"/>
        </a:p>
      </dgm:t>
    </dgm:pt>
    <dgm:pt modelId="{29A95B5C-ACC7-4250-812F-512518CA8703}" type="sibTrans" cxnId="{BA513D9C-717B-4BAE-964A-08F8D4B5FB3C}">
      <dgm:prSet/>
      <dgm:spPr/>
      <dgm:t>
        <a:bodyPr/>
        <a:lstStyle/>
        <a:p>
          <a:endParaRPr lang="en-GB"/>
        </a:p>
      </dgm:t>
    </dgm:pt>
    <dgm:pt modelId="{F11EE848-1080-4F51-9C76-9700FD9DAC06}">
      <dgm:prSet/>
      <dgm:spPr/>
      <dgm:t>
        <a:bodyPr/>
        <a:lstStyle/>
        <a:p>
          <a:r>
            <a:rPr lang="en-GB" dirty="0"/>
            <a:t>Heater Resistance</a:t>
          </a:r>
        </a:p>
      </dgm:t>
    </dgm:pt>
    <dgm:pt modelId="{33D6375A-B12A-45BA-A002-E6C001962E4B}" type="parTrans" cxnId="{C7420737-7D92-4308-843A-311451F5AC74}">
      <dgm:prSet/>
      <dgm:spPr/>
      <dgm:t>
        <a:bodyPr/>
        <a:lstStyle/>
        <a:p>
          <a:endParaRPr lang="en-GB"/>
        </a:p>
      </dgm:t>
    </dgm:pt>
    <dgm:pt modelId="{C9396409-4EB5-4C91-BFB4-42B1D80DC551}" type="sibTrans" cxnId="{C7420737-7D92-4308-843A-311451F5AC74}">
      <dgm:prSet/>
      <dgm:spPr/>
      <dgm:t>
        <a:bodyPr/>
        <a:lstStyle/>
        <a:p>
          <a:endParaRPr lang="en-GB"/>
        </a:p>
      </dgm:t>
    </dgm:pt>
    <dgm:pt modelId="{AD3AB439-9D3F-469B-9E06-8B1BEC7653C7}">
      <dgm:prSet/>
      <dgm:spPr/>
      <dgm:t>
        <a:bodyPr/>
        <a:lstStyle/>
        <a:p>
          <a:r>
            <a:rPr lang="en-GB"/>
            <a:t>Photodetectors</a:t>
          </a:r>
        </a:p>
      </dgm:t>
    </dgm:pt>
    <dgm:pt modelId="{03898760-68CC-47E3-8677-BDBC73F961D5}" type="parTrans" cxnId="{2B645138-B736-4BE5-A98C-0634F600690E}">
      <dgm:prSet/>
      <dgm:spPr/>
      <dgm:t>
        <a:bodyPr/>
        <a:lstStyle/>
        <a:p>
          <a:endParaRPr lang="en-GB"/>
        </a:p>
      </dgm:t>
    </dgm:pt>
    <dgm:pt modelId="{38700319-BDB1-4268-AD62-21CC1BA62D5D}" type="sibTrans" cxnId="{2B645138-B736-4BE5-A98C-0634F600690E}">
      <dgm:prSet/>
      <dgm:spPr/>
      <dgm:t>
        <a:bodyPr/>
        <a:lstStyle/>
        <a:p>
          <a:endParaRPr lang="en-GB"/>
        </a:p>
      </dgm:t>
    </dgm:pt>
    <dgm:pt modelId="{0731C503-C976-48C9-B104-81F7D7068892}">
      <dgm:prSet/>
      <dgm:spPr/>
      <dgm:t>
        <a:bodyPr/>
        <a:lstStyle/>
        <a:p>
          <a:r>
            <a:rPr lang="en-GB"/>
            <a:t>Insertion Loss</a:t>
          </a:r>
        </a:p>
      </dgm:t>
    </dgm:pt>
    <dgm:pt modelId="{09C3F805-893B-4D49-BF1A-98492E83F8A0}" type="parTrans" cxnId="{74E2B37E-4659-4F2B-BFEA-FE6F7333D4D0}">
      <dgm:prSet/>
      <dgm:spPr/>
      <dgm:t>
        <a:bodyPr/>
        <a:lstStyle/>
        <a:p>
          <a:endParaRPr lang="en-GB"/>
        </a:p>
      </dgm:t>
    </dgm:pt>
    <dgm:pt modelId="{2476F467-BD1E-45F0-B08C-06843F38252D}" type="sibTrans" cxnId="{74E2B37E-4659-4F2B-BFEA-FE6F7333D4D0}">
      <dgm:prSet/>
      <dgm:spPr/>
      <dgm:t>
        <a:bodyPr/>
        <a:lstStyle/>
        <a:p>
          <a:endParaRPr lang="en-GB"/>
        </a:p>
      </dgm:t>
    </dgm:pt>
    <dgm:pt modelId="{01AC414A-B877-42CA-945A-3C4AF75A8643}">
      <dgm:prSet/>
      <dgm:spPr/>
      <dgm:t>
        <a:bodyPr/>
        <a:lstStyle/>
        <a:p>
          <a:r>
            <a:rPr lang="en-GB"/>
            <a:t>Propagation Loss</a:t>
          </a:r>
        </a:p>
      </dgm:t>
    </dgm:pt>
    <dgm:pt modelId="{1A63D413-DE9C-4ACF-8B55-1DA6A573CE1E}" type="parTrans" cxnId="{3EC31049-9E2D-43C9-800E-DF1B46AC9363}">
      <dgm:prSet/>
      <dgm:spPr/>
      <dgm:t>
        <a:bodyPr/>
        <a:lstStyle/>
        <a:p>
          <a:endParaRPr lang="en-GB"/>
        </a:p>
      </dgm:t>
    </dgm:pt>
    <dgm:pt modelId="{F9576D87-7EED-4A81-A7B3-C6B2FD80E27C}" type="sibTrans" cxnId="{3EC31049-9E2D-43C9-800E-DF1B46AC9363}">
      <dgm:prSet/>
      <dgm:spPr/>
      <dgm:t>
        <a:bodyPr/>
        <a:lstStyle/>
        <a:p>
          <a:endParaRPr lang="en-GB"/>
        </a:p>
      </dgm:t>
    </dgm:pt>
    <dgm:pt modelId="{DAB4429D-275C-4E16-868F-1141E86A3DB4}" type="pres">
      <dgm:prSet presAssocID="{33493132-89C6-4CD6-982E-7E9418963852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BB2916CA-AFF6-43BE-9E70-9444DEAAC1A9}" type="pres">
      <dgm:prSet presAssocID="{14697DC1-D540-4312-BD42-6E1E2BDCAF00}" presName="hierRoot1" presStyleCnt="0">
        <dgm:presLayoutVars>
          <dgm:hierBranch/>
        </dgm:presLayoutVars>
      </dgm:prSet>
      <dgm:spPr/>
    </dgm:pt>
    <dgm:pt modelId="{F1DBCCA0-B48A-4801-8C93-94CCC6E2A5D8}" type="pres">
      <dgm:prSet presAssocID="{14697DC1-D540-4312-BD42-6E1E2BDCAF00}" presName="rootComposite1" presStyleCnt="0"/>
      <dgm:spPr/>
    </dgm:pt>
    <dgm:pt modelId="{4A4D3BDB-EE1A-4263-9BD3-709755D379D0}" type="pres">
      <dgm:prSet presAssocID="{14697DC1-D540-4312-BD42-6E1E2BDCAF00}" presName="rootText1" presStyleLbl="node0" presStyleIdx="0" presStyleCnt="1">
        <dgm:presLayoutVars>
          <dgm:chPref val="3"/>
        </dgm:presLayoutVars>
      </dgm:prSet>
      <dgm:spPr/>
    </dgm:pt>
    <dgm:pt modelId="{9496503A-17FB-4F5B-9C2A-806B207F3530}" type="pres">
      <dgm:prSet presAssocID="{14697DC1-D540-4312-BD42-6E1E2BDCAF00}" presName="rootConnector1" presStyleLbl="node1" presStyleIdx="0" presStyleCnt="0"/>
      <dgm:spPr/>
    </dgm:pt>
    <dgm:pt modelId="{BE0825DB-B48C-42B4-AB98-6CB396DE03AE}" type="pres">
      <dgm:prSet presAssocID="{14697DC1-D540-4312-BD42-6E1E2BDCAF00}" presName="hierChild2" presStyleCnt="0"/>
      <dgm:spPr/>
    </dgm:pt>
    <dgm:pt modelId="{805DD56B-10C0-48B7-95A9-8203DEF04F7C}" type="pres">
      <dgm:prSet presAssocID="{CF91F5B9-2F02-4C76-AD2B-F65F742C019B}" presName="Name35" presStyleLbl="parChTrans1D2" presStyleIdx="0" presStyleCnt="2"/>
      <dgm:spPr/>
    </dgm:pt>
    <dgm:pt modelId="{AC912D94-92D6-4EDC-BE1B-204BFCA411A4}" type="pres">
      <dgm:prSet presAssocID="{67DDA99C-5DBD-409A-9CF4-2E9E3453BDCF}" presName="hierRoot2" presStyleCnt="0">
        <dgm:presLayoutVars>
          <dgm:hierBranch val="init"/>
        </dgm:presLayoutVars>
      </dgm:prSet>
      <dgm:spPr/>
    </dgm:pt>
    <dgm:pt modelId="{F25582C7-1336-4891-907F-1BFA4FE477D1}" type="pres">
      <dgm:prSet presAssocID="{67DDA99C-5DBD-409A-9CF4-2E9E3453BDCF}" presName="rootComposite" presStyleCnt="0"/>
      <dgm:spPr/>
    </dgm:pt>
    <dgm:pt modelId="{1CF6EB1D-1C11-4CDE-8F35-7D673541826E}" type="pres">
      <dgm:prSet presAssocID="{67DDA99C-5DBD-409A-9CF4-2E9E3453BDCF}" presName="rootText" presStyleLbl="node2" presStyleIdx="0" presStyleCnt="2">
        <dgm:presLayoutVars>
          <dgm:chPref val="3"/>
        </dgm:presLayoutVars>
      </dgm:prSet>
      <dgm:spPr/>
    </dgm:pt>
    <dgm:pt modelId="{46DBA074-0034-46DB-8F60-C700E2FCDD2F}" type="pres">
      <dgm:prSet presAssocID="{67DDA99C-5DBD-409A-9CF4-2E9E3453BDCF}" presName="rootConnector" presStyleLbl="node2" presStyleIdx="0" presStyleCnt="2"/>
      <dgm:spPr/>
    </dgm:pt>
    <dgm:pt modelId="{8FE3DB2B-901C-45CF-BD79-362F5DF3FA39}" type="pres">
      <dgm:prSet presAssocID="{67DDA99C-5DBD-409A-9CF4-2E9E3453BDCF}" presName="hierChild4" presStyleCnt="0"/>
      <dgm:spPr/>
    </dgm:pt>
    <dgm:pt modelId="{43098A7B-93BE-402F-B298-9F470AFC2860}" type="pres">
      <dgm:prSet presAssocID="{CB7A1EB4-153E-45EB-8EF3-AE8166BE5D3B}" presName="Name37" presStyleLbl="parChTrans1D3" presStyleIdx="0" presStyleCnt="4"/>
      <dgm:spPr/>
    </dgm:pt>
    <dgm:pt modelId="{E7108F32-226F-4E48-B15A-9856BBD878A5}" type="pres">
      <dgm:prSet presAssocID="{3D86AAAF-4F4E-4BA5-AB91-16C7FA41EB6E}" presName="hierRoot2" presStyleCnt="0">
        <dgm:presLayoutVars>
          <dgm:hierBranch val="hang"/>
        </dgm:presLayoutVars>
      </dgm:prSet>
      <dgm:spPr/>
    </dgm:pt>
    <dgm:pt modelId="{F2344DFE-E33E-47FA-B9B9-7B5B9107479D}" type="pres">
      <dgm:prSet presAssocID="{3D86AAAF-4F4E-4BA5-AB91-16C7FA41EB6E}" presName="rootComposite" presStyleCnt="0"/>
      <dgm:spPr/>
    </dgm:pt>
    <dgm:pt modelId="{5B778AF9-B982-40DA-9F46-612D2AF4DB2B}" type="pres">
      <dgm:prSet presAssocID="{3D86AAAF-4F4E-4BA5-AB91-16C7FA41EB6E}" presName="rootText" presStyleLbl="node3" presStyleIdx="0" presStyleCnt="4">
        <dgm:presLayoutVars>
          <dgm:chPref val="3"/>
        </dgm:presLayoutVars>
      </dgm:prSet>
      <dgm:spPr/>
    </dgm:pt>
    <dgm:pt modelId="{9F5EEE15-C128-4B66-9C79-11F2099CAA99}" type="pres">
      <dgm:prSet presAssocID="{3D86AAAF-4F4E-4BA5-AB91-16C7FA41EB6E}" presName="rootConnector" presStyleLbl="node3" presStyleIdx="0" presStyleCnt="4"/>
      <dgm:spPr/>
    </dgm:pt>
    <dgm:pt modelId="{FFA0ED23-B762-4624-A1BB-6448C023F895}" type="pres">
      <dgm:prSet presAssocID="{3D86AAAF-4F4E-4BA5-AB91-16C7FA41EB6E}" presName="hierChild4" presStyleCnt="0"/>
      <dgm:spPr/>
    </dgm:pt>
    <dgm:pt modelId="{1B746CEC-D5FE-4479-A906-5677654149B5}" type="pres">
      <dgm:prSet presAssocID="{3F304D1F-17F5-4DFA-AE69-9AF5F97F22A2}" presName="Name48" presStyleLbl="parChTrans1D4" presStyleIdx="0" presStyleCnt="10"/>
      <dgm:spPr/>
    </dgm:pt>
    <dgm:pt modelId="{3736C13F-54CC-48B0-AB50-17A4A2B6709B}" type="pres">
      <dgm:prSet presAssocID="{4208A642-0D39-49F8-B5FD-F7F64182EBFB}" presName="hierRoot2" presStyleCnt="0">
        <dgm:presLayoutVars>
          <dgm:hierBranch val="init"/>
        </dgm:presLayoutVars>
      </dgm:prSet>
      <dgm:spPr/>
    </dgm:pt>
    <dgm:pt modelId="{FB95E010-FFD8-49D9-A682-B87F435FE056}" type="pres">
      <dgm:prSet presAssocID="{4208A642-0D39-49F8-B5FD-F7F64182EBFB}" presName="rootComposite" presStyleCnt="0"/>
      <dgm:spPr/>
    </dgm:pt>
    <dgm:pt modelId="{89BB4CF2-6C5C-4040-AA54-7BBE086B62F0}" type="pres">
      <dgm:prSet presAssocID="{4208A642-0D39-49F8-B5FD-F7F64182EBFB}" presName="rootText" presStyleLbl="node4" presStyleIdx="0" presStyleCnt="10">
        <dgm:presLayoutVars>
          <dgm:chPref val="3"/>
        </dgm:presLayoutVars>
      </dgm:prSet>
      <dgm:spPr/>
    </dgm:pt>
    <dgm:pt modelId="{6D3BEF1F-FB51-4046-815B-784229CD7640}" type="pres">
      <dgm:prSet presAssocID="{4208A642-0D39-49F8-B5FD-F7F64182EBFB}" presName="rootConnector" presStyleLbl="node4" presStyleIdx="0" presStyleCnt="10"/>
      <dgm:spPr/>
    </dgm:pt>
    <dgm:pt modelId="{EF6A83AC-30F8-4464-BB74-1E26C04279D1}" type="pres">
      <dgm:prSet presAssocID="{4208A642-0D39-49F8-B5FD-F7F64182EBFB}" presName="hierChild4" presStyleCnt="0"/>
      <dgm:spPr/>
    </dgm:pt>
    <dgm:pt modelId="{6CD23D50-110A-4920-9EB6-4FA16F00CBDF}" type="pres">
      <dgm:prSet presAssocID="{4208A642-0D39-49F8-B5FD-F7F64182EBFB}" presName="hierChild5" presStyleCnt="0"/>
      <dgm:spPr/>
    </dgm:pt>
    <dgm:pt modelId="{7FDCDCAF-5305-4DB5-85EC-B62336229D76}" type="pres">
      <dgm:prSet presAssocID="{BD875804-C6CD-4E51-A131-83D6E3D4DFD9}" presName="Name48" presStyleLbl="parChTrans1D4" presStyleIdx="1" presStyleCnt="10"/>
      <dgm:spPr/>
    </dgm:pt>
    <dgm:pt modelId="{A050362F-AE4B-4348-AF25-88458A57FA69}" type="pres">
      <dgm:prSet presAssocID="{5F4F26DB-EC3E-44AD-B42F-30779BE122A7}" presName="hierRoot2" presStyleCnt="0">
        <dgm:presLayoutVars>
          <dgm:hierBranch val="init"/>
        </dgm:presLayoutVars>
      </dgm:prSet>
      <dgm:spPr/>
    </dgm:pt>
    <dgm:pt modelId="{0CEF4917-FDB6-439D-B0B7-F7696EF5CA62}" type="pres">
      <dgm:prSet presAssocID="{5F4F26DB-EC3E-44AD-B42F-30779BE122A7}" presName="rootComposite" presStyleCnt="0"/>
      <dgm:spPr/>
    </dgm:pt>
    <dgm:pt modelId="{6C878781-1CEF-439E-A6FB-A4455700A66F}" type="pres">
      <dgm:prSet presAssocID="{5F4F26DB-EC3E-44AD-B42F-30779BE122A7}" presName="rootText" presStyleLbl="node4" presStyleIdx="1" presStyleCnt="10">
        <dgm:presLayoutVars>
          <dgm:chPref val="3"/>
        </dgm:presLayoutVars>
      </dgm:prSet>
      <dgm:spPr/>
    </dgm:pt>
    <dgm:pt modelId="{B61728B9-F0FB-4BCE-B1BA-BCB0D63F0C59}" type="pres">
      <dgm:prSet presAssocID="{5F4F26DB-EC3E-44AD-B42F-30779BE122A7}" presName="rootConnector" presStyleLbl="node4" presStyleIdx="1" presStyleCnt="10"/>
      <dgm:spPr/>
    </dgm:pt>
    <dgm:pt modelId="{5D7B1B03-4C40-4EB1-9809-6CB016D454D1}" type="pres">
      <dgm:prSet presAssocID="{5F4F26DB-EC3E-44AD-B42F-30779BE122A7}" presName="hierChild4" presStyleCnt="0"/>
      <dgm:spPr/>
    </dgm:pt>
    <dgm:pt modelId="{B3BB5BAC-E0D4-44A9-8866-1DD1D140ECBD}" type="pres">
      <dgm:prSet presAssocID="{5F4F26DB-EC3E-44AD-B42F-30779BE122A7}" presName="hierChild5" presStyleCnt="0"/>
      <dgm:spPr/>
    </dgm:pt>
    <dgm:pt modelId="{071A8239-A87C-46AC-AADC-8DCE0FF94AC2}" type="pres">
      <dgm:prSet presAssocID="{F868E0FC-F688-4B6F-BB65-7CB5D90C1AAF}" presName="Name48" presStyleLbl="parChTrans1D4" presStyleIdx="2" presStyleCnt="10"/>
      <dgm:spPr/>
    </dgm:pt>
    <dgm:pt modelId="{76BA6B2E-BAA3-49C8-931F-0E8AEE294C06}" type="pres">
      <dgm:prSet presAssocID="{BACA8275-DC0E-4BB0-ABE5-1DF8DF4FAFC9}" presName="hierRoot2" presStyleCnt="0">
        <dgm:presLayoutVars>
          <dgm:hierBranch val="init"/>
        </dgm:presLayoutVars>
      </dgm:prSet>
      <dgm:spPr/>
    </dgm:pt>
    <dgm:pt modelId="{8E102B6F-8316-4BA5-935D-C53DFA90AA5D}" type="pres">
      <dgm:prSet presAssocID="{BACA8275-DC0E-4BB0-ABE5-1DF8DF4FAFC9}" presName="rootComposite" presStyleCnt="0"/>
      <dgm:spPr/>
    </dgm:pt>
    <dgm:pt modelId="{A4AE044B-8A6A-4847-900A-441C5812397B}" type="pres">
      <dgm:prSet presAssocID="{BACA8275-DC0E-4BB0-ABE5-1DF8DF4FAFC9}" presName="rootText" presStyleLbl="node4" presStyleIdx="2" presStyleCnt="10">
        <dgm:presLayoutVars>
          <dgm:chPref val="3"/>
        </dgm:presLayoutVars>
      </dgm:prSet>
      <dgm:spPr/>
    </dgm:pt>
    <dgm:pt modelId="{6800EF27-81E9-4ACD-9747-6CB0E6076FA2}" type="pres">
      <dgm:prSet presAssocID="{BACA8275-DC0E-4BB0-ABE5-1DF8DF4FAFC9}" presName="rootConnector" presStyleLbl="node4" presStyleIdx="2" presStyleCnt="10"/>
      <dgm:spPr/>
    </dgm:pt>
    <dgm:pt modelId="{7DA96361-2DEC-4BB6-8186-E8A5CABE987A}" type="pres">
      <dgm:prSet presAssocID="{BACA8275-DC0E-4BB0-ABE5-1DF8DF4FAFC9}" presName="hierChild4" presStyleCnt="0"/>
      <dgm:spPr/>
    </dgm:pt>
    <dgm:pt modelId="{AC3713BD-F24D-4C54-A6C0-23CEFAAAAB58}" type="pres">
      <dgm:prSet presAssocID="{BACA8275-DC0E-4BB0-ABE5-1DF8DF4FAFC9}" presName="hierChild5" presStyleCnt="0"/>
      <dgm:spPr/>
    </dgm:pt>
    <dgm:pt modelId="{F9A8B416-B015-4316-A442-281F4EABF4F1}" type="pres">
      <dgm:prSet presAssocID="{BA09F10D-BCDF-4BE6-B464-003A21AB7076}" presName="Name48" presStyleLbl="parChTrans1D4" presStyleIdx="3" presStyleCnt="10"/>
      <dgm:spPr/>
    </dgm:pt>
    <dgm:pt modelId="{92D9291F-A315-4BAB-8527-2E67BF9902C1}" type="pres">
      <dgm:prSet presAssocID="{6BDE7952-4011-4A27-8356-3DCA294F7BC0}" presName="hierRoot2" presStyleCnt="0">
        <dgm:presLayoutVars>
          <dgm:hierBranch val="init"/>
        </dgm:presLayoutVars>
      </dgm:prSet>
      <dgm:spPr/>
    </dgm:pt>
    <dgm:pt modelId="{CCF69B02-50AC-4A16-8F32-2B902009A880}" type="pres">
      <dgm:prSet presAssocID="{6BDE7952-4011-4A27-8356-3DCA294F7BC0}" presName="rootComposite" presStyleCnt="0"/>
      <dgm:spPr/>
    </dgm:pt>
    <dgm:pt modelId="{46519EEE-7F68-4CFB-B078-05499A6B1D20}" type="pres">
      <dgm:prSet presAssocID="{6BDE7952-4011-4A27-8356-3DCA294F7BC0}" presName="rootText" presStyleLbl="node4" presStyleIdx="3" presStyleCnt="10">
        <dgm:presLayoutVars>
          <dgm:chPref val="3"/>
        </dgm:presLayoutVars>
      </dgm:prSet>
      <dgm:spPr/>
    </dgm:pt>
    <dgm:pt modelId="{D79B1470-FFCE-46EF-B69A-91BB80889981}" type="pres">
      <dgm:prSet presAssocID="{6BDE7952-4011-4A27-8356-3DCA294F7BC0}" presName="rootConnector" presStyleLbl="node4" presStyleIdx="3" presStyleCnt="10"/>
      <dgm:spPr/>
    </dgm:pt>
    <dgm:pt modelId="{B842617B-3F09-4D4C-ADD9-A6A75A283A4C}" type="pres">
      <dgm:prSet presAssocID="{6BDE7952-4011-4A27-8356-3DCA294F7BC0}" presName="hierChild4" presStyleCnt="0"/>
      <dgm:spPr/>
    </dgm:pt>
    <dgm:pt modelId="{CD916865-F99C-46C5-8822-8707DA01516E}" type="pres">
      <dgm:prSet presAssocID="{6BDE7952-4011-4A27-8356-3DCA294F7BC0}" presName="hierChild5" presStyleCnt="0"/>
      <dgm:spPr/>
    </dgm:pt>
    <dgm:pt modelId="{D7D3BF91-76C3-4747-8CCA-792786FCACF8}" type="pres">
      <dgm:prSet presAssocID="{BCB52B82-D75D-4CDF-AE71-A1CC615B242D}" presName="Name48" presStyleLbl="parChTrans1D4" presStyleIdx="4" presStyleCnt="10"/>
      <dgm:spPr/>
    </dgm:pt>
    <dgm:pt modelId="{B7412B6A-36C2-4888-B368-4275FB2CE336}" type="pres">
      <dgm:prSet presAssocID="{A2564FE1-5A7A-46E1-B680-4844D5A6BA4B}" presName="hierRoot2" presStyleCnt="0">
        <dgm:presLayoutVars>
          <dgm:hierBranch val="init"/>
        </dgm:presLayoutVars>
      </dgm:prSet>
      <dgm:spPr/>
    </dgm:pt>
    <dgm:pt modelId="{DDF8D874-FE0D-4DBF-8EDD-91F303F82877}" type="pres">
      <dgm:prSet presAssocID="{A2564FE1-5A7A-46E1-B680-4844D5A6BA4B}" presName="rootComposite" presStyleCnt="0"/>
      <dgm:spPr/>
    </dgm:pt>
    <dgm:pt modelId="{133C68B3-E56C-46A3-9753-441456965D63}" type="pres">
      <dgm:prSet presAssocID="{A2564FE1-5A7A-46E1-B680-4844D5A6BA4B}" presName="rootText" presStyleLbl="node4" presStyleIdx="4" presStyleCnt="10">
        <dgm:presLayoutVars>
          <dgm:chPref val="3"/>
        </dgm:presLayoutVars>
      </dgm:prSet>
      <dgm:spPr/>
    </dgm:pt>
    <dgm:pt modelId="{7181DBD5-0ADE-4443-936E-085BD7F9DB79}" type="pres">
      <dgm:prSet presAssocID="{A2564FE1-5A7A-46E1-B680-4844D5A6BA4B}" presName="rootConnector" presStyleLbl="node4" presStyleIdx="4" presStyleCnt="10"/>
      <dgm:spPr/>
    </dgm:pt>
    <dgm:pt modelId="{8EA3CA6D-D5F5-4511-B74C-6C0C6B4168D0}" type="pres">
      <dgm:prSet presAssocID="{A2564FE1-5A7A-46E1-B680-4844D5A6BA4B}" presName="hierChild4" presStyleCnt="0"/>
      <dgm:spPr/>
    </dgm:pt>
    <dgm:pt modelId="{7D2AFFEF-5BF0-4887-BFBA-4CA1EFBBD8A2}" type="pres">
      <dgm:prSet presAssocID="{A2564FE1-5A7A-46E1-B680-4844D5A6BA4B}" presName="hierChild5" presStyleCnt="0"/>
      <dgm:spPr/>
    </dgm:pt>
    <dgm:pt modelId="{9A42E4D4-490B-4310-BFF3-87D02DC19BFE}" type="pres">
      <dgm:prSet presAssocID="{3D86AAAF-4F4E-4BA5-AB91-16C7FA41EB6E}" presName="hierChild5" presStyleCnt="0"/>
      <dgm:spPr/>
    </dgm:pt>
    <dgm:pt modelId="{696B09F1-214E-4968-8958-0FEE17C7FEE1}" type="pres">
      <dgm:prSet presAssocID="{1AE3C05D-A6B5-4484-BC50-7A8AD4E96530}" presName="Name37" presStyleLbl="parChTrans1D3" presStyleIdx="1" presStyleCnt="4"/>
      <dgm:spPr/>
    </dgm:pt>
    <dgm:pt modelId="{6508C8DD-799C-4BD5-ACBD-1AC7040F4FF5}" type="pres">
      <dgm:prSet presAssocID="{074DCCA1-E795-4608-BA7E-91059FE83C98}" presName="hierRoot2" presStyleCnt="0">
        <dgm:presLayoutVars>
          <dgm:hierBranch/>
        </dgm:presLayoutVars>
      </dgm:prSet>
      <dgm:spPr/>
    </dgm:pt>
    <dgm:pt modelId="{B3A7288F-520D-4CD4-8D39-F504F4B87BBA}" type="pres">
      <dgm:prSet presAssocID="{074DCCA1-E795-4608-BA7E-91059FE83C98}" presName="rootComposite" presStyleCnt="0"/>
      <dgm:spPr/>
    </dgm:pt>
    <dgm:pt modelId="{0BD38207-ED0B-4A8E-A7F6-30BA2DD7BFF1}" type="pres">
      <dgm:prSet presAssocID="{074DCCA1-E795-4608-BA7E-91059FE83C98}" presName="rootText" presStyleLbl="node3" presStyleIdx="1" presStyleCnt="4">
        <dgm:presLayoutVars>
          <dgm:chPref val="3"/>
        </dgm:presLayoutVars>
      </dgm:prSet>
      <dgm:spPr/>
    </dgm:pt>
    <dgm:pt modelId="{0A06A54F-C848-4C02-8B25-05E5BD56F8FC}" type="pres">
      <dgm:prSet presAssocID="{074DCCA1-E795-4608-BA7E-91059FE83C98}" presName="rootConnector" presStyleLbl="node3" presStyleIdx="1" presStyleCnt="4"/>
      <dgm:spPr/>
    </dgm:pt>
    <dgm:pt modelId="{598ED6B5-9B52-453B-B75A-1817A8855181}" type="pres">
      <dgm:prSet presAssocID="{074DCCA1-E795-4608-BA7E-91059FE83C98}" presName="hierChild4" presStyleCnt="0"/>
      <dgm:spPr/>
    </dgm:pt>
    <dgm:pt modelId="{D121BCFC-05B7-448F-A3B4-AF41AEBB8323}" type="pres">
      <dgm:prSet presAssocID="{1572F43A-2F2A-411F-88C2-ACB2144C2FEA}" presName="Name35" presStyleLbl="parChTrans1D4" presStyleIdx="5" presStyleCnt="10"/>
      <dgm:spPr/>
    </dgm:pt>
    <dgm:pt modelId="{8A355952-8D08-44B4-9B2E-7D2F6A8C8A23}" type="pres">
      <dgm:prSet presAssocID="{5D09D446-77DC-4A60-9FA6-7BF6D5DA94DF}" presName="hierRoot2" presStyleCnt="0">
        <dgm:presLayoutVars>
          <dgm:hierBranch val="init"/>
        </dgm:presLayoutVars>
      </dgm:prSet>
      <dgm:spPr/>
    </dgm:pt>
    <dgm:pt modelId="{AA25536C-E521-44CE-A409-9D591A62C0BD}" type="pres">
      <dgm:prSet presAssocID="{5D09D446-77DC-4A60-9FA6-7BF6D5DA94DF}" presName="rootComposite" presStyleCnt="0"/>
      <dgm:spPr/>
    </dgm:pt>
    <dgm:pt modelId="{FC4E2D0B-94A9-4434-8662-6910FB33C4F4}" type="pres">
      <dgm:prSet presAssocID="{5D09D446-77DC-4A60-9FA6-7BF6D5DA94DF}" presName="rootText" presStyleLbl="node4" presStyleIdx="5" presStyleCnt="10">
        <dgm:presLayoutVars>
          <dgm:chPref val="3"/>
        </dgm:presLayoutVars>
      </dgm:prSet>
      <dgm:spPr/>
    </dgm:pt>
    <dgm:pt modelId="{0568888B-0047-442A-BBEE-2F4B57647216}" type="pres">
      <dgm:prSet presAssocID="{5D09D446-77DC-4A60-9FA6-7BF6D5DA94DF}" presName="rootConnector" presStyleLbl="node4" presStyleIdx="5" presStyleCnt="10"/>
      <dgm:spPr/>
    </dgm:pt>
    <dgm:pt modelId="{D2E19F27-ABA5-4AD2-80EF-659428942950}" type="pres">
      <dgm:prSet presAssocID="{5D09D446-77DC-4A60-9FA6-7BF6D5DA94DF}" presName="hierChild4" presStyleCnt="0"/>
      <dgm:spPr/>
    </dgm:pt>
    <dgm:pt modelId="{B6EE163E-63D6-4067-9558-1F734EA61709}" type="pres">
      <dgm:prSet presAssocID="{5D09D446-77DC-4A60-9FA6-7BF6D5DA94DF}" presName="hierChild5" presStyleCnt="0"/>
      <dgm:spPr/>
    </dgm:pt>
    <dgm:pt modelId="{4B503363-826B-4769-993A-87D69C22778E}" type="pres">
      <dgm:prSet presAssocID="{33D6375A-B12A-45BA-A002-E6C001962E4B}" presName="Name35" presStyleLbl="parChTrans1D4" presStyleIdx="6" presStyleCnt="10"/>
      <dgm:spPr/>
    </dgm:pt>
    <dgm:pt modelId="{911795CA-D2C1-4166-9EE2-07B045C277B9}" type="pres">
      <dgm:prSet presAssocID="{F11EE848-1080-4F51-9C76-9700FD9DAC06}" presName="hierRoot2" presStyleCnt="0">
        <dgm:presLayoutVars>
          <dgm:hierBranch val="init"/>
        </dgm:presLayoutVars>
      </dgm:prSet>
      <dgm:spPr/>
    </dgm:pt>
    <dgm:pt modelId="{8CEA3E34-573D-4E1B-A93F-638350BF09F5}" type="pres">
      <dgm:prSet presAssocID="{F11EE848-1080-4F51-9C76-9700FD9DAC06}" presName="rootComposite" presStyleCnt="0"/>
      <dgm:spPr/>
    </dgm:pt>
    <dgm:pt modelId="{9791339D-ACAF-4FD6-8E56-1C37D5FAA6C0}" type="pres">
      <dgm:prSet presAssocID="{F11EE848-1080-4F51-9C76-9700FD9DAC06}" presName="rootText" presStyleLbl="node4" presStyleIdx="6" presStyleCnt="10">
        <dgm:presLayoutVars>
          <dgm:chPref val="3"/>
        </dgm:presLayoutVars>
      </dgm:prSet>
      <dgm:spPr/>
    </dgm:pt>
    <dgm:pt modelId="{501E267F-FCB1-4CBA-BE75-8557528E95BD}" type="pres">
      <dgm:prSet presAssocID="{F11EE848-1080-4F51-9C76-9700FD9DAC06}" presName="rootConnector" presStyleLbl="node4" presStyleIdx="6" presStyleCnt="10"/>
      <dgm:spPr/>
    </dgm:pt>
    <dgm:pt modelId="{C2EBAEBA-7992-472C-8722-8F5F1C9F9A40}" type="pres">
      <dgm:prSet presAssocID="{F11EE848-1080-4F51-9C76-9700FD9DAC06}" presName="hierChild4" presStyleCnt="0"/>
      <dgm:spPr/>
    </dgm:pt>
    <dgm:pt modelId="{91FE29B3-738B-40F4-B290-1AA3471C663C}" type="pres">
      <dgm:prSet presAssocID="{F11EE848-1080-4F51-9C76-9700FD9DAC06}" presName="hierChild5" presStyleCnt="0"/>
      <dgm:spPr/>
    </dgm:pt>
    <dgm:pt modelId="{F26CAE5F-CC84-409F-9665-C2A8017B0729}" type="pres">
      <dgm:prSet presAssocID="{03898760-68CC-47E3-8677-BDBC73F961D5}" presName="Name35" presStyleLbl="parChTrans1D4" presStyleIdx="7" presStyleCnt="10"/>
      <dgm:spPr/>
    </dgm:pt>
    <dgm:pt modelId="{F1CE2CFE-6E27-4B7C-A570-5E81F8B90DDA}" type="pres">
      <dgm:prSet presAssocID="{AD3AB439-9D3F-469B-9E06-8B1BEC7653C7}" presName="hierRoot2" presStyleCnt="0">
        <dgm:presLayoutVars>
          <dgm:hierBranch val="init"/>
        </dgm:presLayoutVars>
      </dgm:prSet>
      <dgm:spPr/>
    </dgm:pt>
    <dgm:pt modelId="{B38C73C5-4FBB-4358-843A-56DF68C4085F}" type="pres">
      <dgm:prSet presAssocID="{AD3AB439-9D3F-469B-9E06-8B1BEC7653C7}" presName="rootComposite" presStyleCnt="0"/>
      <dgm:spPr/>
    </dgm:pt>
    <dgm:pt modelId="{1F0C7E90-F357-4B05-AA1A-0FE8B43396BD}" type="pres">
      <dgm:prSet presAssocID="{AD3AB439-9D3F-469B-9E06-8B1BEC7653C7}" presName="rootText" presStyleLbl="node4" presStyleIdx="7" presStyleCnt="10">
        <dgm:presLayoutVars>
          <dgm:chPref val="3"/>
        </dgm:presLayoutVars>
      </dgm:prSet>
      <dgm:spPr/>
    </dgm:pt>
    <dgm:pt modelId="{4380398E-1180-4C36-9731-2EB0590E942C}" type="pres">
      <dgm:prSet presAssocID="{AD3AB439-9D3F-469B-9E06-8B1BEC7653C7}" presName="rootConnector" presStyleLbl="node4" presStyleIdx="7" presStyleCnt="10"/>
      <dgm:spPr/>
    </dgm:pt>
    <dgm:pt modelId="{8E5D738A-886F-498E-8C49-2B83F6C17565}" type="pres">
      <dgm:prSet presAssocID="{AD3AB439-9D3F-469B-9E06-8B1BEC7653C7}" presName="hierChild4" presStyleCnt="0"/>
      <dgm:spPr/>
    </dgm:pt>
    <dgm:pt modelId="{13247C45-FECA-4FBF-B038-87E847EEF699}" type="pres">
      <dgm:prSet presAssocID="{AD3AB439-9D3F-469B-9E06-8B1BEC7653C7}" presName="hierChild5" presStyleCnt="0"/>
      <dgm:spPr/>
    </dgm:pt>
    <dgm:pt modelId="{BB1C900D-D53E-45D5-9479-03B094176FF2}" type="pres">
      <dgm:prSet presAssocID="{074DCCA1-E795-4608-BA7E-91059FE83C98}" presName="hierChild5" presStyleCnt="0"/>
      <dgm:spPr/>
    </dgm:pt>
    <dgm:pt modelId="{8B37D03B-F2B5-401A-AC71-1740129F89DC}" type="pres">
      <dgm:prSet presAssocID="{67DDA99C-5DBD-409A-9CF4-2E9E3453BDCF}" presName="hierChild5" presStyleCnt="0"/>
      <dgm:spPr/>
    </dgm:pt>
    <dgm:pt modelId="{560113D7-2DA4-4027-BE6F-DC6B6B62B9C1}" type="pres">
      <dgm:prSet presAssocID="{5506B486-7727-4957-8E9B-16BB14EE4FDC}" presName="Name35" presStyleLbl="parChTrans1D2" presStyleIdx="1" presStyleCnt="2"/>
      <dgm:spPr/>
    </dgm:pt>
    <dgm:pt modelId="{0A77BF42-F12E-4E29-914B-AE597181F6FC}" type="pres">
      <dgm:prSet presAssocID="{C79B119E-2A8D-4C69-B669-90B645AA45DC}" presName="hierRoot2" presStyleCnt="0">
        <dgm:presLayoutVars>
          <dgm:hierBranch val="init"/>
        </dgm:presLayoutVars>
      </dgm:prSet>
      <dgm:spPr/>
    </dgm:pt>
    <dgm:pt modelId="{241B8240-4C48-4D94-92E4-887F578F9289}" type="pres">
      <dgm:prSet presAssocID="{C79B119E-2A8D-4C69-B669-90B645AA45DC}" presName="rootComposite" presStyleCnt="0"/>
      <dgm:spPr/>
    </dgm:pt>
    <dgm:pt modelId="{05F1C834-9FC9-48D7-94E2-0DD4513DD38B}" type="pres">
      <dgm:prSet presAssocID="{C79B119E-2A8D-4C69-B669-90B645AA45DC}" presName="rootText" presStyleLbl="node2" presStyleIdx="1" presStyleCnt="2">
        <dgm:presLayoutVars>
          <dgm:chPref val="3"/>
        </dgm:presLayoutVars>
      </dgm:prSet>
      <dgm:spPr/>
    </dgm:pt>
    <dgm:pt modelId="{8D5799E2-7F64-449F-8C4E-ECB3239973DD}" type="pres">
      <dgm:prSet presAssocID="{C79B119E-2A8D-4C69-B669-90B645AA45DC}" presName="rootConnector" presStyleLbl="node2" presStyleIdx="1" presStyleCnt="2"/>
      <dgm:spPr/>
    </dgm:pt>
    <dgm:pt modelId="{034A974A-174B-4F41-916D-33221B3975B1}" type="pres">
      <dgm:prSet presAssocID="{C79B119E-2A8D-4C69-B669-90B645AA45DC}" presName="hierChild4" presStyleCnt="0"/>
      <dgm:spPr/>
    </dgm:pt>
    <dgm:pt modelId="{17FEFDA4-5A40-4D8A-BCE3-F2A4B861942B}" type="pres">
      <dgm:prSet presAssocID="{A303A2D2-02DA-4171-99BC-207CA217385D}" presName="Name37" presStyleLbl="parChTrans1D3" presStyleIdx="2" presStyleCnt="4"/>
      <dgm:spPr/>
    </dgm:pt>
    <dgm:pt modelId="{35F6637B-2E1C-4440-A10D-F9B1E6FCF2D1}" type="pres">
      <dgm:prSet presAssocID="{549BC215-0BAB-43F5-87A9-34442E4C46EC}" presName="hierRoot2" presStyleCnt="0">
        <dgm:presLayoutVars>
          <dgm:hierBranch val="init"/>
        </dgm:presLayoutVars>
      </dgm:prSet>
      <dgm:spPr/>
    </dgm:pt>
    <dgm:pt modelId="{10F25DEA-7F7F-4A42-BBDD-2BEA164E9833}" type="pres">
      <dgm:prSet presAssocID="{549BC215-0BAB-43F5-87A9-34442E4C46EC}" presName="rootComposite" presStyleCnt="0"/>
      <dgm:spPr/>
    </dgm:pt>
    <dgm:pt modelId="{B6837005-6913-423F-BC94-B5300E0AA2F5}" type="pres">
      <dgm:prSet presAssocID="{549BC215-0BAB-43F5-87A9-34442E4C46EC}" presName="rootText" presStyleLbl="node3" presStyleIdx="2" presStyleCnt="4">
        <dgm:presLayoutVars>
          <dgm:chPref val="3"/>
        </dgm:presLayoutVars>
      </dgm:prSet>
      <dgm:spPr/>
    </dgm:pt>
    <dgm:pt modelId="{58215B6E-88BA-4966-8698-06F6BF85D0D6}" type="pres">
      <dgm:prSet presAssocID="{549BC215-0BAB-43F5-87A9-34442E4C46EC}" presName="rootConnector" presStyleLbl="node3" presStyleIdx="2" presStyleCnt="4"/>
      <dgm:spPr/>
    </dgm:pt>
    <dgm:pt modelId="{607396A1-20C3-4E0C-BD7D-64FE066B4FDB}" type="pres">
      <dgm:prSet presAssocID="{549BC215-0BAB-43F5-87A9-34442E4C46EC}" presName="hierChild4" presStyleCnt="0"/>
      <dgm:spPr/>
    </dgm:pt>
    <dgm:pt modelId="{F3117FB2-FE66-42F2-86C3-543D88C8A78A}" type="pres">
      <dgm:prSet presAssocID="{09C3F805-893B-4D49-BF1A-98492E83F8A0}" presName="Name37" presStyleLbl="parChTrans1D4" presStyleIdx="8" presStyleCnt="10"/>
      <dgm:spPr/>
    </dgm:pt>
    <dgm:pt modelId="{22484FE9-09D7-41FC-B191-0111EFF08476}" type="pres">
      <dgm:prSet presAssocID="{0731C503-C976-48C9-B104-81F7D7068892}" presName="hierRoot2" presStyleCnt="0">
        <dgm:presLayoutVars>
          <dgm:hierBranch val="init"/>
        </dgm:presLayoutVars>
      </dgm:prSet>
      <dgm:spPr/>
    </dgm:pt>
    <dgm:pt modelId="{88838262-D528-4308-B1EE-5B8672EE9FF8}" type="pres">
      <dgm:prSet presAssocID="{0731C503-C976-48C9-B104-81F7D7068892}" presName="rootComposite" presStyleCnt="0"/>
      <dgm:spPr/>
    </dgm:pt>
    <dgm:pt modelId="{78B04222-C4AC-437A-A7AD-762AD98F42F1}" type="pres">
      <dgm:prSet presAssocID="{0731C503-C976-48C9-B104-81F7D7068892}" presName="rootText" presStyleLbl="node4" presStyleIdx="8" presStyleCnt="10">
        <dgm:presLayoutVars>
          <dgm:chPref val="3"/>
        </dgm:presLayoutVars>
      </dgm:prSet>
      <dgm:spPr/>
    </dgm:pt>
    <dgm:pt modelId="{9DE01E07-3E8A-44E9-BEE8-77C5A79DAA9A}" type="pres">
      <dgm:prSet presAssocID="{0731C503-C976-48C9-B104-81F7D7068892}" presName="rootConnector" presStyleLbl="node4" presStyleIdx="8" presStyleCnt="10"/>
      <dgm:spPr/>
    </dgm:pt>
    <dgm:pt modelId="{3E3D4D72-FE0A-4866-A344-AB834EC34D6E}" type="pres">
      <dgm:prSet presAssocID="{0731C503-C976-48C9-B104-81F7D7068892}" presName="hierChild4" presStyleCnt="0"/>
      <dgm:spPr/>
    </dgm:pt>
    <dgm:pt modelId="{D0F574DF-CA50-4472-8594-42367B5A3550}" type="pres">
      <dgm:prSet presAssocID="{0731C503-C976-48C9-B104-81F7D7068892}" presName="hierChild5" presStyleCnt="0"/>
      <dgm:spPr/>
    </dgm:pt>
    <dgm:pt modelId="{53ACA0BF-8BFC-495E-8847-785CDC65FC3B}" type="pres">
      <dgm:prSet presAssocID="{1A63D413-DE9C-4ACF-8B55-1DA6A573CE1E}" presName="Name37" presStyleLbl="parChTrans1D4" presStyleIdx="9" presStyleCnt="10"/>
      <dgm:spPr/>
    </dgm:pt>
    <dgm:pt modelId="{D3D8699F-8C2C-43C4-B792-7F2368C17761}" type="pres">
      <dgm:prSet presAssocID="{01AC414A-B877-42CA-945A-3C4AF75A8643}" presName="hierRoot2" presStyleCnt="0">
        <dgm:presLayoutVars>
          <dgm:hierBranch val="init"/>
        </dgm:presLayoutVars>
      </dgm:prSet>
      <dgm:spPr/>
    </dgm:pt>
    <dgm:pt modelId="{18F04D39-9A1B-442C-A684-1E79B4BDF862}" type="pres">
      <dgm:prSet presAssocID="{01AC414A-B877-42CA-945A-3C4AF75A8643}" presName="rootComposite" presStyleCnt="0"/>
      <dgm:spPr/>
    </dgm:pt>
    <dgm:pt modelId="{ABAD27E2-3AE8-4712-8572-DDA5290A8DC0}" type="pres">
      <dgm:prSet presAssocID="{01AC414A-B877-42CA-945A-3C4AF75A8643}" presName="rootText" presStyleLbl="node4" presStyleIdx="9" presStyleCnt="10">
        <dgm:presLayoutVars>
          <dgm:chPref val="3"/>
        </dgm:presLayoutVars>
      </dgm:prSet>
      <dgm:spPr/>
    </dgm:pt>
    <dgm:pt modelId="{E2E2CA34-DFCD-4A15-92C8-5E39EDA7ECD0}" type="pres">
      <dgm:prSet presAssocID="{01AC414A-B877-42CA-945A-3C4AF75A8643}" presName="rootConnector" presStyleLbl="node4" presStyleIdx="9" presStyleCnt="10"/>
      <dgm:spPr/>
    </dgm:pt>
    <dgm:pt modelId="{53F22C6F-8707-4688-9A1D-6853530A1839}" type="pres">
      <dgm:prSet presAssocID="{01AC414A-B877-42CA-945A-3C4AF75A8643}" presName="hierChild4" presStyleCnt="0"/>
      <dgm:spPr/>
    </dgm:pt>
    <dgm:pt modelId="{255D9D5A-F705-44DE-9C3A-4CC6882BABB9}" type="pres">
      <dgm:prSet presAssocID="{01AC414A-B877-42CA-945A-3C4AF75A8643}" presName="hierChild5" presStyleCnt="0"/>
      <dgm:spPr/>
    </dgm:pt>
    <dgm:pt modelId="{33173AB2-EC0A-454E-93B2-1F828E16A8FC}" type="pres">
      <dgm:prSet presAssocID="{549BC215-0BAB-43F5-87A9-34442E4C46EC}" presName="hierChild5" presStyleCnt="0"/>
      <dgm:spPr/>
    </dgm:pt>
    <dgm:pt modelId="{57D0D669-7097-49B7-A89D-577D121641CB}" type="pres">
      <dgm:prSet presAssocID="{DF865A5D-3A44-47A9-877B-75FBB5401424}" presName="Name37" presStyleLbl="parChTrans1D3" presStyleIdx="3" presStyleCnt="4"/>
      <dgm:spPr/>
    </dgm:pt>
    <dgm:pt modelId="{704EEE42-A3CE-4E29-9844-17DAD78FDF5F}" type="pres">
      <dgm:prSet presAssocID="{243D2420-9028-4525-BDC8-38996CA74E2B}" presName="hierRoot2" presStyleCnt="0">
        <dgm:presLayoutVars>
          <dgm:hierBranch val="init"/>
        </dgm:presLayoutVars>
      </dgm:prSet>
      <dgm:spPr/>
    </dgm:pt>
    <dgm:pt modelId="{4C0187D4-9B2A-4207-A99A-70B0355C01AD}" type="pres">
      <dgm:prSet presAssocID="{243D2420-9028-4525-BDC8-38996CA74E2B}" presName="rootComposite" presStyleCnt="0"/>
      <dgm:spPr/>
    </dgm:pt>
    <dgm:pt modelId="{1A69209E-67DA-47AE-B499-48516CB7C48A}" type="pres">
      <dgm:prSet presAssocID="{243D2420-9028-4525-BDC8-38996CA74E2B}" presName="rootText" presStyleLbl="node3" presStyleIdx="3" presStyleCnt="4">
        <dgm:presLayoutVars>
          <dgm:chPref val="3"/>
        </dgm:presLayoutVars>
      </dgm:prSet>
      <dgm:spPr/>
    </dgm:pt>
    <dgm:pt modelId="{71742360-8256-4F38-B666-0C83EC717DA9}" type="pres">
      <dgm:prSet presAssocID="{243D2420-9028-4525-BDC8-38996CA74E2B}" presName="rootConnector" presStyleLbl="node3" presStyleIdx="3" presStyleCnt="4"/>
      <dgm:spPr/>
    </dgm:pt>
    <dgm:pt modelId="{83066FE7-680C-4440-B55E-A5C0786A9FE2}" type="pres">
      <dgm:prSet presAssocID="{243D2420-9028-4525-BDC8-38996CA74E2B}" presName="hierChild4" presStyleCnt="0"/>
      <dgm:spPr/>
    </dgm:pt>
    <dgm:pt modelId="{4AF84DF6-F9C0-4D2F-BED2-3B31892073AB}" type="pres">
      <dgm:prSet presAssocID="{243D2420-9028-4525-BDC8-38996CA74E2B}" presName="hierChild5" presStyleCnt="0"/>
      <dgm:spPr/>
    </dgm:pt>
    <dgm:pt modelId="{15B94DE4-A3C7-4591-BC53-6E2BCE39288A}" type="pres">
      <dgm:prSet presAssocID="{C79B119E-2A8D-4C69-B669-90B645AA45DC}" presName="hierChild5" presStyleCnt="0"/>
      <dgm:spPr/>
    </dgm:pt>
    <dgm:pt modelId="{DDA5BD5D-F4EB-418C-826A-DDDA26D66B38}" type="pres">
      <dgm:prSet presAssocID="{14697DC1-D540-4312-BD42-6E1E2BDCAF00}" presName="hierChild3" presStyleCnt="0"/>
      <dgm:spPr/>
    </dgm:pt>
  </dgm:ptLst>
  <dgm:cxnLst>
    <dgm:cxn modelId="{AC537A04-8FB7-4C32-B5AA-AF1CDCCC302B}" type="presOf" srcId="{1572F43A-2F2A-411F-88C2-ACB2144C2FEA}" destId="{D121BCFC-05B7-448F-A3B4-AF41AEBB8323}" srcOrd="0" destOrd="0" presId="urn:microsoft.com/office/officeart/2005/8/layout/orgChart1"/>
    <dgm:cxn modelId="{7CC36409-6B8B-4FF1-931B-780DF9CBB5BA}" srcId="{14697DC1-D540-4312-BD42-6E1E2BDCAF00}" destId="{C79B119E-2A8D-4C69-B669-90B645AA45DC}" srcOrd="1" destOrd="0" parTransId="{5506B486-7727-4957-8E9B-16BB14EE4FDC}" sibTransId="{BABB0F90-749D-4D6B-AE8A-DEF2003FF584}"/>
    <dgm:cxn modelId="{54115D11-113F-42CC-9670-CF71E59312F3}" type="presOf" srcId="{BA09F10D-BCDF-4BE6-B464-003A21AB7076}" destId="{F9A8B416-B015-4316-A442-281F4EABF4F1}" srcOrd="0" destOrd="0" presId="urn:microsoft.com/office/officeart/2005/8/layout/orgChart1"/>
    <dgm:cxn modelId="{556E7318-B08A-4A6B-A35D-D07DB14306EA}" type="presOf" srcId="{A303A2D2-02DA-4171-99BC-207CA217385D}" destId="{17FEFDA4-5A40-4D8A-BCE3-F2A4B861942B}" srcOrd="0" destOrd="0" presId="urn:microsoft.com/office/officeart/2005/8/layout/orgChart1"/>
    <dgm:cxn modelId="{6952FB19-1F2C-4B21-BA0B-8D8D781364D6}" type="presOf" srcId="{BACA8275-DC0E-4BB0-ABE5-1DF8DF4FAFC9}" destId="{A4AE044B-8A6A-4847-900A-441C5812397B}" srcOrd="0" destOrd="0" presId="urn:microsoft.com/office/officeart/2005/8/layout/orgChart1"/>
    <dgm:cxn modelId="{E51A131D-6F0F-44A0-B89F-B56F679EED75}" type="presOf" srcId="{BACA8275-DC0E-4BB0-ABE5-1DF8DF4FAFC9}" destId="{6800EF27-81E9-4ACD-9747-6CB0E6076FA2}" srcOrd="1" destOrd="0" presId="urn:microsoft.com/office/officeart/2005/8/layout/orgChart1"/>
    <dgm:cxn modelId="{FDB0B91D-C656-428D-8E7F-978B78953C4D}" type="presOf" srcId="{67DDA99C-5DBD-409A-9CF4-2E9E3453BDCF}" destId="{1CF6EB1D-1C11-4CDE-8F35-7D673541826E}" srcOrd="0" destOrd="0" presId="urn:microsoft.com/office/officeart/2005/8/layout/orgChart1"/>
    <dgm:cxn modelId="{1C47361E-71FB-4C88-8345-488CB1E1A4CE}" type="presOf" srcId="{074DCCA1-E795-4608-BA7E-91059FE83C98}" destId="{0BD38207-ED0B-4A8E-A7F6-30BA2DD7BFF1}" srcOrd="0" destOrd="0" presId="urn:microsoft.com/office/officeart/2005/8/layout/orgChart1"/>
    <dgm:cxn modelId="{51F60626-8566-4BB2-AD41-447B63E101E1}" srcId="{3D86AAAF-4F4E-4BA5-AB91-16C7FA41EB6E}" destId="{BACA8275-DC0E-4BB0-ABE5-1DF8DF4FAFC9}" srcOrd="2" destOrd="0" parTransId="{F868E0FC-F688-4B6F-BB65-7CB5D90C1AAF}" sibTransId="{CFE81323-BF71-4FE4-ABE4-11ACCD4E7846}"/>
    <dgm:cxn modelId="{7746D12F-6ADD-47B8-BE5C-AB72B224B5C9}" srcId="{67DDA99C-5DBD-409A-9CF4-2E9E3453BDCF}" destId="{074DCCA1-E795-4608-BA7E-91059FE83C98}" srcOrd="1" destOrd="0" parTransId="{1AE3C05D-A6B5-4484-BC50-7A8AD4E96530}" sibTransId="{CBB6D766-C8B2-4D92-81B8-860A89C78999}"/>
    <dgm:cxn modelId="{57E10830-ABE9-488A-A867-A7AC305739E9}" type="presOf" srcId="{F11EE848-1080-4F51-9C76-9700FD9DAC06}" destId="{501E267F-FCB1-4CBA-BE75-8557528E95BD}" srcOrd="1" destOrd="0" presId="urn:microsoft.com/office/officeart/2005/8/layout/orgChart1"/>
    <dgm:cxn modelId="{0F52FB30-12B2-4FE7-9E8E-99432932DE2A}" type="presOf" srcId="{4208A642-0D39-49F8-B5FD-F7F64182EBFB}" destId="{6D3BEF1F-FB51-4046-815B-784229CD7640}" srcOrd="1" destOrd="0" presId="urn:microsoft.com/office/officeart/2005/8/layout/orgChart1"/>
    <dgm:cxn modelId="{1D27AA32-8EBF-4632-B5CA-8E17BAD8ECD3}" srcId="{3D86AAAF-4F4E-4BA5-AB91-16C7FA41EB6E}" destId="{4208A642-0D39-49F8-B5FD-F7F64182EBFB}" srcOrd="0" destOrd="0" parTransId="{3F304D1F-17F5-4DFA-AE69-9AF5F97F22A2}" sibTransId="{0E8E128C-8378-4968-8778-6301A2CB9935}"/>
    <dgm:cxn modelId="{C7420737-7D92-4308-843A-311451F5AC74}" srcId="{074DCCA1-E795-4608-BA7E-91059FE83C98}" destId="{F11EE848-1080-4F51-9C76-9700FD9DAC06}" srcOrd="1" destOrd="0" parTransId="{33D6375A-B12A-45BA-A002-E6C001962E4B}" sibTransId="{C9396409-4EB5-4C91-BFB4-42B1D80DC551}"/>
    <dgm:cxn modelId="{2B645138-B736-4BE5-A98C-0634F600690E}" srcId="{074DCCA1-E795-4608-BA7E-91059FE83C98}" destId="{AD3AB439-9D3F-469B-9E06-8B1BEC7653C7}" srcOrd="2" destOrd="0" parTransId="{03898760-68CC-47E3-8677-BDBC73F961D5}" sibTransId="{38700319-BDB1-4268-AD62-21CC1BA62D5D}"/>
    <dgm:cxn modelId="{08DAB838-0334-4404-A1CD-64EB36D8B8EB}" type="presOf" srcId="{14697DC1-D540-4312-BD42-6E1E2BDCAF00}" destId="{4A4D3BDB-EE1A-4263-9BD3-709755D379D0}" srcOrd="0" destOrd="0" presId="urn:microsoft.com/office/officeart/2005/8/layout/orgChart1"/>
    <dgm:cxn modelId="{0FA62B39-1444-406F-BE6B-EC62647BC2BB}" type="presOf" srcId="{CF91F5B9-2F02-4C76-AD2B-F65F742C019B}" destId="{805DD56B-10C0-48B7-95A9-8203DEF04F7C}" srcOrd="0" destOrd="0" presId="urn:microsoft.com/office/officeart/2005/8/layout/orgChart1"/>
    <dgm:cxn modelId="{693FDB3A-7F3A-43B3-ABD3-BA2E7A857F92}" srcId="{3D86AAAF-4F4E-4BA5-AB91-16C7FA41EB6E}" destId="{6BDE7952-4011-4A27-8356-3DCA294F7BC0}" srcOrd="3" destOrd="0" parTransId="{BA09F10D-BCDF-4BE6-B464-003A21AB7076}" sibTransId="{FC2B155F-52D0-42AA-8DCC-6CD7ED10C494}"/>
    <dgm:cxn modelId="{AB865E5D-2D7C-4639-BA99-53FAA87A5187}" srcId="{67DDA99C-5DBD-409A-9CF4-2E9E3453BDCF}" destId="{3D86AAAF-4F4E-4BA5-AB91-16C7FA41EB6E}" srcOrd="0" destOrd="0" parTransId="{CB7A1EB4-153E-45EB-8EF3-AE8166BE5D3B}" sibTransId="{D14F6D1E-C8B9-4939-B9F7-2B43B64E32BD}"/>
    <dgm:cxn modelId="{95348D5D-D454-462E-B6C3-B2034CDB3B06}" type="presOf" srcId="{A2564FE1-5A7A-46E1-B680-4844D5A6BA4B}" destId="{7181DBD5-0ADE-4443-936E-085BD7F9DB79}" srcOrd="1" destOrd="0" presId="urn:microsoft.com/office/officeart/2005/8/layout/orgChart1"/>
    <dgm:cxn modelId="{3D433E60-5489-482B-931A-C42FEF10B08D}" srcId="{14697DC1-D540-4312-BD42-6E1E2BDCAF00}" destId="{67DDA99C-5DBD-409A-9CF4-2E9E3453BDCF}" srcOrd="0" destOrd="0" parTransId="{CF91F5B9-2F02-4C76-AD2B-F65F742C019B}" sibTransId="{CA017D89-165D-46F8-81AC-96F2BFDFC07A}"/>
    <dgm:cxn modelId="{6B674361-1967-45A9-8B2A-20D0F0CEC80F}" srcId="{3D86AAAF-4F4E-4BA5-AB91-16C7FA41EB6E}" destId="{A2564FE1-5A7A-46E1-B680-4844D5A6BA4B}" srcOrd="4" destOrd="0" parTransId="{BCB52B82-D75D-4CDF-AE71-A1CC615B242D}" sibTransId="{322E6DAA-2355-4516-B13F-62BED16E1DB6}"/>
    <dgm:cxn modelId="{82DD5A61-67D2-4832-BA4C-DD8D1DFB97A6}" type="presOf" srcId="{F11EE848-1080-4F51-9C76-9700FD9DAC06}" destId="{9791339D-ACAF-4FD6-8E56-1C37D5FAA6C0}" srcOrd="0" destOrd="0" presId="urn:microsoft.com/office/officeart/2005/8/layout/orgChart1"/>
    <dgm:cxn modelId="{0F677064-E16E-42C7-8411-4761D07D78F2}" type="presOf" srcId="{A2564FE1-5A7A-46E1-B680-4844D5A6BA4B}" destId="{133C68B3-E56C-46A3-9753-441456965D63}" srcOrd="0" destOrd="0" presId="urn:microsoft.com/office/officeart/2005/8/layout/orgChart1"/>
    <dgm:cxn modelId="{99D2B246-B43A-4045-80B0-B1023315F78F}" type="presOf" srcId="{6BDE7952-4011-4A27-8356-3DCA294F7BC0}" destId="{46519EEE-7F68-4CFB-B078-05499A6B1D20}" srcOrd="0" destOrd="0" presId="urn:microsoft.com/office/officeart/2005/8/layout/orgChart1"/>
    <dgm:cxn modelId="{3EC31049-9E2D-43C9-800E-DF1B46AC9363}" srcId="{549BC215-0BAB-43F5-87A9-34442E4C46EC}" destId="{01AC414A-B877-42CA-945A-3C4AF75A8643}" srcOrd="1" destOrd="0" parTransId="{1A63D413-DE9C-4ACF-8B55-1DA6A573CE1E}" sibTransId="{F9576D87-7EED-4A81-A7B3-C6B2FD80E27C}"/>
    <dgm:cxn modelId="{D84D4A69-BBCD-4351-9588-0144CF0FC820}" srcId="{C79B119E-2A8D-4C69-B669-90B645AA45DC}" destId="{243D2420-9028-4525-BDC8-38996CA74E2B}" srcOrd="1" destOrd="0" parTransId="{DF865A5D-3A44-47A9-877B-75FBB5401424}" sibTransId="{BA94E8F3-FEB0-4485-B064-359B2AA62FBE}"/>
    <dgm:cxn modelId="{441B6650-B593-40EB-A156-985056BCD462}" type="presOf" srcId="{09C3F805-893B-4D49-BF1A-98492E83F8A0}" destId="{F3117FB2-FE66-42F2-86C3-543D88C8A78A}" srcOrd="0" destOrd="0" presId="urn:microsoft.com/office/officeart/2005/8/layout/orgChart1"/>
    <dgm:cxn modelId="{BC625172-DE84-4F87-ACB7-28E09F649B91}" type="presOf" srcId="{1AE3C05D-A6B5-4484-BC50-7A8AD4E96530}" destId="{696B09F1-214E-4968-8958-0FEE17C7FEE1}" srcOrd="0" destOrd="0" presId="urn:microsoft.com/office/officeart/2005/8/layout/orgChart1"/>
    <dgm:cxn modelId="{47107374-FCC8-4590-A556-092322917943}" type="presOf" srcId="{BCB52B82-D75D-4CDF-AE71-A1CC615B242D}" destId="{D7D3BF91-76C3-4747-8CCA-792786FCACF8}" srcOrd="0" destOrd="0" presId="urn:microsoft.com/office/officeart/2005/8/layout/orgChart1"/>
    <dgm:cxn modelId="{3DED4655-F4DB-4A89-B719-D6B77E44409D}" type="presOf" srcId="{5F4F26DB-EC3E-44AD-B42F-30779BE122A7}" destId="{B61728B9-F0FB-4BCE-B1BA-BCB0D63F0C59}" srcOrd="1" destOrd="0" presId="urn:microsoft.com/office/officeart/2005/8/layout/orgChart1"/>
    <dgm:cxn modelId="{DEC4707D-F23A-4000-82BC-68D1F0750AE0}" type="presOf" srcId="{C79B119E-2A8D-4C69-B669-90B645AA45DC}" destId="{05F1C834-9FC9-48D7-94E2-0DD4513DD38B}" srcOrd="0" destOrd="0" presId="urn:microsoft.com/office/officeart/2005/8/layout/orgChart1"/>
    <dgm:cxn modelId="{97A8587D-0256-4FC1-9089-CD39CAF91395}" type="presOf" srcId="{3F304D1F-17F5-4DFA-AE69-9AF5F97F22A2}" destId="{1B746CEC-D5FE-4479-A906-5677654149B5}" srcOrd="0" destOrd="0" presId="urn:microsoft.com/office/officeart/2005/8/layout/orgChart1"/>
    <dgm:cxn modelId="{74E2B37E-4659-4F2B-BFEA-FE6F7333D4D0}" srcId="{549BC215-0BAB-43F5-87A9-34442E4C46EC}" destId="{0731C503-C976-48C9-B104-81F7D7068892}" srcOrd="0" destOrd="0" parTransId="{09C3F805-893B-4D49-BF1A-98492E83F8A0}" sibTransId="{2476F467-BD1E-45F0-B08C-06843F38252D}"/>
    <dgm:cxn modelId="{D5DEF47F-72FD-417F-BE53-BE2D4F11B9DE}" type="presOf" srcId="{67DDA99C-5DBD-409A-9CF4-2E9E3453BDCF}" destId="{46DBA074-0034-46DB-8F60-C700E2FCDD2F}" srcOrd="1" destOrd="0" presId="urn:microsoft.com/office/officeart/2005/8/layout/orgChart1"/>
    <dgm:cxn modelId="{38812C81-F274-4E50-B9FE-CF41436C6FA4}" type="presOf" srcId="{5D09D446-77DC-4A60-9FA6-7BF6D5DA94DF}" destId="{0568888B-0047-442A-BBEE-2F4B57647216}" srcOrd="1" destOrd="0" presId="urn:microsoft.com/office/officeart/2005/8/layout/orgChart1"/>
    <dgm:cxn modelId="{0BB0A78A-E15F-445C-B313-5170F0658493}" srcId="{C79B119E-2A8D-4C69-B669-90B645AA45DC}" destId="{549BC215-0BAB-43F5-87A9-34442E4C46EC}" srcOrd="0" destOrd="0" parTransId="{A303A2D2-02DA-4171-99BC-207CA217385D}" sibTransId="{6553B39C-8E64-4744-A4AF-992D920469C2}"/>
    <dgm:cxn modelId="{21C8C390-647B-4050-8FA5-EF2662A375FE}" type="presOf" srcId="{01AC414A-B877-42CA-945A-3C4AF75A8643}" destId="{E2E2CA34-DFCD-4A15-92C8-5E39EDA7ECD0}" srcOrd="1" destOrd="0" presId="urn:microsoft.com/office/officeart/2005/8/layout/orgChart1"/>
    <dgm:cxn modelId="{131B5091-0F36-4A3D-9CCA-E7F203F337C0}" type="presOf" srcId="{CB7A1EB4-153E-45EB-8EF3-AE8166BE5D3B}" destId="{43098A7B-93BE-402F-B298-9F470AFC2860}" srcOrd="0" destOrd="0" presId="urn:microsoft.com/office/officeart/2005/8/layout/orgChart1"/>
    <dgm:cxn modelId="{9235BC96-551B-4296-90FD-A7129F0B2ECF}" type="presOf" srcId="{5506B486-7727-4957-8E9B-16BB14EE4FDC}" destId="{560113D7-2DA4-4027-BE6F-DC6B6B62B9C1}" srcOrd="0" destOrd="0" presId="urn:microsoft.com/office/officeart/2005/8/layout/orgChart1"/>
    <dgm:cxn modelId="{E610BD98-8E67-46D0-A6EB-293C60BDA5BD}" type="presOf" srcId="{C79B119E-2A8D-4C69-B669-90B645AA45DC}" destId="{8D5799E2-7F64-449F-8C4E-ECB3239973DD}" srcOrd="1" destOrd="0" presId="urn:microsoft.com/office/officeart/2005/8/layout/orgChart1"/>
    <dgm:cxn modelId="{D9BF929A-F553-49DB-BB8B-49950D409E2D}" type="presOf" srcId="{243D2420-9028-4525-BDC8-38996CA74E2B}" destId="{71742360-8256-4F38-B666-0C83EC717DA9}" srcOrd="1" destOrd="0" presId="urn:microsoft.com/office/officeart/2005/8/layout/orgChart1"/>
    <dgm:cxn modelId="{336D899B-9E3A-482F-A7C8-9445AE0F9D7A}" type="presOf" srcId="{F868E0FC-F688-4B6F-BB65-7CB5D90C1AAF}" destId="{071A8239-A87C-46AC-AADC-8DCE0FF94AC2}" srcOrd="0" destOrd="0" presId="urn:microsoft.com/office/officeart/2005/8/layout/orgChart1"/>
    <dgm:cxn modelId="{BA513D9C-717B-4BAE-964A-08F8D4B5FB3C}" srcId="{074DCCA1-E795-4608-BA7E-91059FE83C98}" destId="{5D09D446-77DC-4A60-9FA6-7BF6D5DA94DF}" srcOrd="0" destOrd="0" parTransId="{1572F43A-2F2A-411F-88C2-ACB2144C2FEA}" sibTransId="{29A95B5C-ACC7-4250-812F-512518CA8703}"/>
    <dgm:cxn modelId="{D4B791A0-5999-42E0-9AA9-EE9FE60D3225}" type="presOf" srcId="{1A63D413-DE9C-4ACF-8B55-1DA6A573CE1E}" destId="{53ACA0BF-8BFC-495E-8847-785CDC65FC3B}" srcOrd="0" destOrd="0" presId="urn:microsoft.com/office/officeart/2005/8/layout/orgChart1"/>
    <dgm:cxn modelId="{797F8DA1-634A-4DAD-9977-7666E7D37443}" type="presOf" srcId="{549BC215-0BAB-43F5-87A9-34442E4C46EC}" destId="{58215B6E-88BA-4966-8698-06F6BF85D0D6}" srcOrd="1" destOrd="0" presId="urn:microsoft.com/office/officeart/2005/8/layout/orgChart1"/>
    <dgm:cxn modelId="{3FAFB6A6-A7E8-4E29-AF69-93BDFF81D8EC}" srcId="{3D86AAAF-4F4E-4BA5-AB91-16C7FA41EB6E}" destId="{5F4F26DB-EC3E-44AD-B42F-30779BE122A7}" srcOrd="1" destOrd="0" parTransId="{BD875804-C6CD-4E51-A131-83D6E3D4DFD9}" sibTransId="{D9920B0D-5736-4B89-AE1C-5FF173941F6C}"/>
    <dgm:cxn modelId="{876206A9-07F4-441D-A968-FEC78BB3A642}" type="presOf" srcId="{074DCCA1-E795-4608-BA7E-91059FE83C98}" destId="{0A06A54F-C848-4C02-8B25-05E5BD56F8FC}" srcOrd="1" destOrd="0" presId="urn:microsoft.com/office/officeart/2005/8/layout/orgChart1"/>
    <dgm:cxn modelId="{0694ACAC-615D-48F0-A51D-91AEDE8A74F2}" type="presOf" srcId="{6BDE7952-4011-4A27-8356-3DCA294F7BC0}" destId="{D79B1470-FFCE-46EF-B69A-91BB80889981}" srcOrd="1" destOrd="0" presId="urn:microsoft.com/office/officeart/2005/8/layout/orgChart1"/>
    <dgm:cxn modelId="{4808DAB3-044F-4635-B370-D4A55CC3CC1F}" type="presOf" srcId="{01AC414A-B877-42CA-945A-3C4AF75A8643}" destId="{ABAD27E2-3AE8-4712-8572-DDA5290A8DC0}" srcOrd="0" destOrd="0" presId="urn:microsoft.com/office/officeart/2005/8/layout/orgChart1"/>
    <dgm:cxn modelId="{C6E1BCBC-BB2D-48A3-A55F-6DF20409774A}" type="presOf" srcId="{549BC215-0BAB-43F5-87A9-34442E4C46EC}" destId="{B6837005-6913-423F-BC94-B5300E0AA2F5}" srcOrd="0" destOrd="0" presId="urn:microsoft.com/office/officeart/2005/8/layout/orgChart1"/>
    <dgm:cxn modelId="{43656FBD-C09D-4E2B-9E26-54570E59A751}" type="presOf" srcId="{4208A642-0D39-49F8-B5FD-F7F64182EBFB}" destId="{89BB4CF2-6C5C-4040-AA54-7BBE086B62F0}" srcOrd="0" destOrd="0" presId="urn:microsoft.com/office/officeart/2005/8/layout/orgChart1"/>
    <dgm:cxn modelId="{6253EFC3-1124-4C89-BB12-20D335BBE23C}" type="presOf" srcId="{AD3AB439-9D3F-469B-9E06-8B1BEC7653C7}" destId="{4380398E-1180-4C36-9731-2EB0590E942C}" srcOrd="1" destOrd="0" presId="urn:microsoft.com/office/officeart/2005/8/layout/orgChart1"/>
    <dgm:cxn modelId="{0810E4C8-DE86-4FC3-9384-6C2E1F87C087}" type="presOf" srcId="{3D86AAAF-4F4E-4BA5-AB91-16C7FA41EB6E}" destId="{5B778AF9-B982-40DA-9F46-612D2AF4DB2B}" srcOrd="0" destOrd="0" presId="urn:microsoft.com/office/officeart/2005/8/layout/orgChart1"/>
    <dgm:cxn modelId="{CBB4E2CF-777E-447B-9D53-E539F2D20CB5}" type="presOf" srcId="{0731C503-C976-48C9-B104-81F7D7068892}" destId="{78B04222-C4AC-437A-A7AD-762AD98F42F1}" srcOrd="0" destOrd="0" presId="urn:microsoft.com/office/officeart/2005/8/layout/orgChart1"/>
    <dgm:cxn modelId="{46331CD1-1B1B-4ACC-AE5F-EA5A1FBD6D2C}" type="presOf" srcId="{5F4F26DB-EC3E-44AD-B42F-30779BE122A7}" destId="{6C878781-1CEF-439E-A6FB-A4455700A66F}" srcOrd="0" destOrd="0" presId="urn:microsoft.com/office/officeart/2005/8/layout/orgChart1"/>
    <dgm:cxn modelId="{B2AD7BD5-6215-4F03-BECD-FAB830312A3F}" type="presOf" srcId="{33493132-89C6-4CD6-982E-7E9418963852}" destId="{DAB4429D-275C-4E16-868F-1141E86A3DB4}" srcOrd="0" destOrd="0" presId="urn:microsoft.com/office/officeart/2005/8/layout/orgChart1"/>
    <dgm:cxn modelId="{80998BD7-7010-429F-9F43-22F9879E176A}" type="presOf" srcId="{0731C503-C976-48C9-B104-81F7D7068892}" destId="{9DE01E07-3E8A-44E9-BEE8-77C5A79DAA9A}" srcOrd="1" destOrd="0" presId="urn:microsoft.com/office/officeart/2005/8/layout/orgChart1"/>
    <dgm:cxn modelId="{D2C5FFD9-027C-41B1-A46E-934AA0AB6D8B}" type="presOf" srcId="{BD875804-C6CD-4E51-A131-83D6E3D4DFD9}" destId="{7FDCDCAF-5305-4DB5-85EC-B62336229D76}" srcOrd="0" destOrd="0" presId="urn:microsoft.com/office/officeart/2005/8/layout/orgChart1"/>
    <dgm:cxn modelId="{F01972DE-E607-48F8-98B4-22E8A3697CC0}" type="presOf" srcId="{5D09D446-77DC-4A60-9FA6-7BF6D5DA94DF}" destId="{FC4E2D0B-94A9-4434-8662-6910FB33C4F4}" srcOrd="0" destOrd="0" presId="urn:microsoft.com/office/officeart/2005/8/layout/orgChart1"/>
    <dgm:cxn modelId="{DE7CF4E1-155F-4667-85D5-E9282C18BC56}" type="presOf" srcId="{03898760-68CC-47E3-8677-BDBC73F961D5}" destId="{F26CAE5F-CC84-409F-9665-C2A8017B0729}" srcOrd="0" destOrd="0" presId="urn:microsoft.com/office/officeart/2005/8/layout/orgChart1"/>
    <dgm:cxn modelId="{F37ECFE5-AC9B-401E-A1FC-733801A65325}" type="presOf" srcId="{243D2420-9028-4525-BDC8-38996CA74E2B}" destId="{1A69209E-67DA-47AE-B499-48516CB7C48A}" srcOrd="0" destOrd="0" presId="urn:microsoft.com/office/officeart/2005/8/layout/orgChart1"/>
    <dgm:cxn modelId="{16A111E7-BB04-4D7B-AAB4-A4EE7DBE176F}" type="presOf" srcId="{DF865A5D-3A44-47A9-877B-75FBB5401424}" destId="{57D0D669-7097-49B7-A89D-577D121641CB}" srcOrd="0" destOrd="0" presId="urn:microsoft.com/office/officeart/2005/8/layout/orgChart1"/>
    <dgm:cxn modelId="{6DE32FED-34B2-44CF-A47C-60F0CB395B44}" type="presOf" srcId="{14697DC1-D540-4312-BD42-6E1E2BDCAF00}" destId="{9496503A-17FB-4F5B-9C2A-806B207F3530}" srcOrd="1" destOrd="0" presId="urn:microsoft.com/office/officeart/2005/8/layout/orgChart1"/>
    <dgm:cxn modelId="{600DE0F3-2313-4044-A2EC-E0AF663E8B46}" type="presOf" srcId="{3D86AAAF-4F4E-4BA5-AB91-16C7FA41EB6E}" destId="{9F5EEE15-C128-4B66-9C79-11F2099CAA99}" srcOrd="1" destOrd="0" presId="urn:microsoft.com/office/officeart/2005/8/layout/orgChart1"/>
    <dgm:cxn modelId="{E5D01EF7-6EED-4EDB-B54E-32AE7E0462D7}" type="presOf" srcId="{33D6375A-B12A-45BA-A002-E6C001962E4B}" destId="{4B503363-826B-4769-993A-87D69C22778E}" srcOrd="0" destOrd="0" presId="urn:microsoft.com/office/officeart/2005/8/layout/orgChart1"/>
    <dgm:cxn modelId="{601A32F7-FA5D-42CC-83E9-AB72E383AA59}" type="presOf" srcId="{AD3AB439-9D3F-469B-9E06-8B1BEC7653C7}" destId="{1F0C7E90-F357-4B05-AA1A-0FE8B43396BD}" srcOrd="0" destOrd="0" presId="urn:microsoft.com/office/officeart/2005/8/layout/orgChart1"/>
    <dgm:cxn modelId="{AA8ADFFE-BC12-4C27-92B6-D0178771BA37}" srcId="{33493132-89C6-4CD6-982E-7E9418963852}" destId="{14697DC1-D540-4312-BD42-6E1E2BDCAF00}" srcOrd="0" destOrd="0" parTransId="{03FEA026-E601-4F81-9E5B-03E1E91BC876}" sibTransId="{21B796DB-87C4-439B-9587-364C64015316}"/>
    <dgm:cxn modelId="{00AA3229-E94E-4F01-A652-92869AEE129E}" type="presParOf" srcId="{DAB4429D-275C-4E16-868F-1141E86A3DB4}" destId="{BB2916CA-AFF6-43BE-9E70-9444DEAAC1A9}" srcOrd="0" destOrd="0" presId="urn:microsoft.com/office/officeart/2005/8/layout/orgChart1"/>
    <dgm:cxn modelId="{A0F7C508-378B-48E4-834E-272F2B460FF6}" type="presParOf" srcId="{BB2916CA-AFF6-43BE-9E70-9444DEAAC1A9}" destId="{F1DBCCA0-B48A-4801-8C93-94CCC6E2A5D8}" srcOrd="0" destOrd="0" presId="urn:microsoft.com/office/officeart/2005/8/layout/orgChart1"/>
    <dgm:cxn modelId="{3D18923B-4AA4-4335-9B44-1B54397ADB1E}" type="presParOf" srcId="{F1DBCCA0-B48A-4801-8C93-94CCC6E2A5D8}" destId="{4A4D3BDB-EE1A-4263-9BD3-709755D379D0}" srcOrd="0" destOrd="0" presId="urn:microsoft.com/office/officeart/2005/8/layout/orgChart1"/>
    <dgm:cxn modelId="{EE2132FB-78C2-47FC-B55E-C374DFB43D43}" type="presParOf" srcId="{F1DBCCA0-B48A-4801-8C93-94CCC6E2A5D8}" destId="{9496503A-17FB-4F5B-9C2A-806B207F3530}" srcOrd="1" destOrd="0" presId="urn:microsoft.com/office/officeart/2005/8/layout/orgChart1"/>
    <dgm:cxn modelId="{F44F0BA9-A196-46DC-965E-5E1FA5613A5C}" type="presParOf" srcId="{BB2916CA-AFF6-43BE-9E70-9444DEAAC1A9}" destId="{BE0825DB-B48C-42B4-AB98-6CB396DE03AE}" srcOrd="1" destOrd="0" presId="urn:microsoft.com/office/officeart/2005/8/layout/orgChart1"/>
    <dgm:cxn modelId="{C21ACCB2-E68B-4B21-ADB2-CEDA485222C4}" type="presParOf" srcId="{BE0825DB-B48C-42B4-AB98-6CB396DE03AE}" destId="{805DD56B-10C0-48B7-95A9-8203DEF04F7C}" srcOrd="0" destOrd="0" presId="urn:microsoft.com/office/officeart/2005/8/layout/orgChart1"/>
    <dgm:cxn modelId="{BECD0194-5921-4B5A-95FF-7654A4D5C4E7}" type="presParOf" srcId="{BE0825DB-B48C-42B4-AB98-6CB396DE03AE}" destId="{AC912D94-92D6-4EDC-BE1B-204BFCA411A4}" srcOrd="1" destOrd="0" presId="urn:microsoft.com/office/officeart/2005/8/layout/orgChart1"/>
    <dgm:cxn modelId="{FA73315D-37E0-4EB3-BD72-4C2BD096D742}" type="presParOf" srcId="{AC912D94-92D6-4EDC-BE1B-204BFCA411A4}" destId="{F25582C7-1336-4891-907F-1BFA4FE477D1}" srcOrd="0" destOrd="0" presId="urn:microsoft.com/office/officeart/2005/8/layout/orgChart1"/>
    <dgm:cxn modelId="{BB9D2E71-CE25-4666-8E1F-7D2C29F78D82}" type="presParOf" srcId="{F25582C7-1336-4891-907F-1BFA4FE477D1}" destId="{1CF6EB1D-1C11-4CDE-8F35-7D673541826E}" srcOrd="0" destOrd="0" presId="urn:microsoft.com/office/officeart/2005/8/layout/orgChart1"/>
    <dgm:cxn modelId="{D8428505-619D-4DA6-940B-55C096E94CDB}" type="presParOf" srcId="{F25582C7-1336-4891-907F-1BFA4FE477D1}" destId="{46DBA074-0034-46DB-8F60-C700E2FCDD2F}" srcOrd="1" destOrd="0" presId="urn:microsoft.com/office/officeart/2005/8/layout/orgChart1"/>
    <dgm:cxn modelId="{3E8F8E11-DDD1-40AB-A321-F03AA4809484}" type="presParOf" srcId="{AC912D94-92D6-4EDC-BE1B-204BFCA411A4}" destId="{8FE3DB2B-901C-45CF-BD79-362F5DF3FA39}" srcOrd="1" destOrd="0" presId="urn:microsoft.com/office/officeart/2005/8/layout/orgChart1"/>
    <dgm:cxn modelId="{F6CA5563-3BE1-4E7E-A765-BF4036D32969}" type="presParOf" srcId="{8FE3DB2B-901C-45CF-BD79-362F5DF3FA39}" destId="{43098A7B-93BE-402F-B298-9F470AFC2860}" srcOrd="0" destOrd="0" presId="urn:microsoft.com/office/officeart/2005/8/layout/orgChart1"/>
    <dgm:cxn modelId="{89709473-9EA1-4B02-8117-F3EFFA5B6FE0}" type="presParOf" srcId="{8FE3DB2B-901C-45CF-BD79-362F5DF3FA39}" destId="{E7108F32-226F-4E48-B15A-9856BBD878A5}" srcOrd="1" destOrd="0" presId="urn:microsoft.com/office/officeart/2005/8/layout/orgChart1"/>
    <dgm:cxn modelId="{277A6389-4C90-4DFA-96FE-970E48311CFD}" type="presParOf" srcId="{E7108F32-226F-4E48-B15A-9856BBD878A5}" destId="{F2344DFE-E33E-47FA-B9B9-7B5B9107479D}" srcOrd="0" destOrd="0" presId="urn:microsoft.com/office/officeart/2005/8/layout/orgChart1"/>
    <dgm:cxn modelId="{089BC61F-ECD3-4B72-89BB-236E828E7780}" type="presParOf" srcId="{F2344DFE-E33E-47FA-B9B9-7B5B9107479D}" destId="{5B778AF9-B982-40DA-9F46-612D2AF4DB2B}" srcOrd="0" destOrd="0" presId="urn:microsoft.com/office/officeart/2005/8/layout/orgChart1"/>
    <dgm:cxn modelId="{DBF9EF24-10AE-4BEC-A306-3C13AD317F9A}" type="presParOf" srcId="{F2344DFE-E33E-47FA-B9B9-7B5B9107479D}" destId="{9F5EEE15-C128-4B66-9C79-11F2099CAA99}" srcOrd="1" destOrd="0" presId="urn:microsoft.com/office/officeart/2005/8/layout/orgChart1"/>
    <dgm:cxn modelId="{4D2C1E83-9694-4D2F-9629-C94FBE155559}" type="presParOf" srcId="{E7108F32-226F-4E48-B15A-9856BBD878A5}" destId="{FFA0ED23-B762-4624-A1BB-6448C023F895}" srcOrd="1" destOrd="0" presId="urn:microsoft.com/office/officeart/2005/8/layout/orgChart1"/>
    <dgm:cxn modelId="{AEA07B18-BDE0-4657-BC0B-249B612A2F26}" type="presParOf" srcId="{FFA0ED23-B762-4624-A1BB-6448C023F895}" destId="{1B746CEC-D5FE-4479-A906-5677654149B5}" srcOrd="0" destOrd="0" presId="urn:microsoft.com/office/officeart/2005/8/layout/orgChart1"/>
    <dgm:cxn modelId="{EC77EFC9-5E33-4950-9960-C191F7F2D81C}" type="presParOf" srcId="{FFA0ED23-B762-4624-A1BB-6448C023F895}" destId="{3736C13F-54CC-48B0-AB50-17A4A2B6709B}" srcOrd="1" destOrd="0" presId="urn:microsoft.com/office/officeart/2005/8/layout/orgChart1"/>
    <dgm:cxn modelId="{2FFF6135-112F-48CA-90A4-0F3E58C8F14D}" type="presParOf" srcId="{3736C13F-54CC-48B0-AB50-17A4A2B6709B}" destId="{FB95E010-FFD8-49D9-A682-B87F435FE056}" srcOrd="0" destOrd="0" presId="urn:microsoft.com/office/officeart/2005/8/layout/orgChart1"/>
    <dgm:cxn modelId="{3CCCFE51-EE2C-4918-95CA-33D3CB0A1F25}" type="presParOf" srcId="{FB95E010-FFD8-49D9-A682-B87F435FE056}" destId="{89BB4CF2-6C5C-4040-AA54-7BBE086B62F0}" srcOrd="0" destOrd="0" presId="urn:microsoft.com/office/officeart/2005/8/layout/orgChart1"/>
    <dgm:cxn modelId="{363A073C-A56D-47EE-9124-07AD5BA6E3C0}" type="presParOf" srcId="{FB95E010-FFD8-49D9-A682-B87F435FE056}" destId="{6D3BEF1F-FB51-4046-815B-784229CD7640}" srcOrd="1" destOrd="0" presId="urn:microsoft.com/office/officeart/2005/8/layout/orgChart1"/>
    <dgm:cxn modelId="{B9A7FE92-B10D-4BF4-AAC7-A9F171543C77}" type="presParOf" srcId="{3736C13F-54CC-48B0-AB50-17A4A2B6709B}" destId="{EF6A83AC-30F8-4464-BB74-1E26C04279D1}" srcOrd="1" destOrd="0" presId="urn:microsoft.com/office/officeart/2005/8/layout/orgChart1"/>
    <dgm:cxn modelId="{3B5C447A-6181-4E09-AE86-C9C1862D3112}" type="presParOf" srcId="{3736C13F-54CC-48B0-AB50-17A4A2B6709B}" destId="{6CD23D50-110A-4920-9EB6-4FA16F00CBDF}" srcOrd="2" destOrd="0" presId="urn:microsoft.com/office/officeart/2005/8/layout/orgChart1"/>
    <dgm:cxn modelId="{DB04605D-0D06-4362-A0EE-68D049B18135}" type="presParOf" srcId="{FFA0ED23-B762-4624-A1BB-6448C023F895}" destId="{7FDCDCAF-5305-4DB5-85EC-B62336229D76}" srcOrd="2" destOrd="0" presId="urn:microsoft.com/office/officeart/2005/8/layout/orgChart1"/>
    <dgm:cxn modelId="{827D95E4-20F7-4E3C-ADA6-5BB0090E3A24}" type="presParOf" srcId="{FFA0ED23-B762-4624-A1BB-6448C023F895}" destId="{A050362F-AE4B-4348-AF25-88458A57FA69}" srcOrd="3" destOrd="0" presId="urn:microsoft.com/office/officeart/2005/8/layout/orgChart1"/>
    <dgm:cxn modelId="{2258BFF1-04C2-4FEF-B6A0-2D77F038AC3E}" type="presParOf" srcId="{A050362F-AE4B-4348-AF25-88458A57FA69}" destId="{0CEF4917-FDB6-439D-B0B7-F7696EF5CA62}" srcOrd="0" destOrd="0" presId="urn:microsoft.com/office/officeart/2005/8/layout/orgChart1"/>
    <dgm:cxn modelId="{63579902-74D5-459D-A407-1992B30A2C4C}" type="presParOf" srcId="{0CEF4917-FDB6-439D-B0B7-F7696EF5CA62}" destId="{6C878781-1CEF-439E-A6FB-A4455700A66F}" srcOrd="0" destOrd="0" presId="urn:microsoft.com/office/officeart/2005/8/layout/orgChart1"/>
    <dgm:cxn modelId="{FC5AD163-D028-468A-B270-A50AF024FCBF}" type="presParOf" srcId="{0CEF4917-FDB6-439D-B0B7-F7696EF5CA62}" destId="{B61728B9-F0FB-4BCE-B1BA-BCB0D63F0C59}" srcOrd="1" destOrd="0" presId="urn:microsoft.com/office/officeart/2005/8/layout/orgChart1"/>
    <dgm:cxn modelId="{97C6364A-16FC-4865-A4EF-952FC6C605BF}" type="presParOf" srcId="{A050362F-AE4B-4348-AF25-88458A57FA69}" destId="{5D7B1B03-4C40-4EB1-9809-6CB016D454D1}" srcOrd="1" destOrd="0" presId="urn:microsoft.com/office/officeart/2005/8/layout/orgChart1"/>
    <dgm:cxn modelId="{98FD2A68-839E-4383-AC28-BB677B9206B0}" type="presParOf" srcId="{A050362F-AE4B-4348-AF25-88458A57FA69}" destId="{B3BB5BAC-E0D4-44A9-8866-1DD1D140ECBD}" srcOrd="2" destOrd="0" presId="urn:microsoft.com/office/officeart/2005/8/layout/orgChart1"/>
    <dgm:cxn modelId="{2AAC3B16-3FAA-4A7B-BA85-9F6FA7FBAF46}" type="presParOf" srcId="{FFA0ED23-B762-4624-A1BB-6448C023F895}" destId="{071A8239-A87C-46AC-AADC-8DCE0FF94AC2}" srcOrd="4" destOrd="0" presId="urn:microsoft.com/office/officeart/2005/8/layout/orgChart1"/>
    <dgm:cxn modelId="{2E4A4509-8715-4116-B483-CB40DAC8D3D6}" type="presParOf" srcId="{FFA0ED23-B762-4624-A1BB-6448C023F895}" destId="{76BA6B2E-BAA3-49C8-931F-0E8AEE294C06}" srcOrd="5" destOrd="0" presId="urn:microsoft.com/office/officeart/2005/8/layout/orgChart1"/>
    <dgm:cxn modelId="{BA362CCB-1FBC-4D34-8ED4-44600AFD9BE8}" type="presParOf" srcId="{76BA6B2E-BAA3-49C8-931F-0E8AEE294C06}" destId="{8E102B6F-8316-4BA5-935D-C53DFA90AA5D}" srcOrd="0" destOrd="0" presId="urn:microsoft.com/office/officeart/2005/8/layout/orgChart1"/>
    <dgm:cxn modelId="{45A45D2F-5C7A-4C8E-8167-CB59642A649C}" type="presParOf" srcId="{8E102B6F-8316-4BA5-935D-C53DFA90AA5D}" destId="{A4AE044B-8A6A-4847-900A-441C5812397B}" srcOrd="0" destOrd="0" presId="urn:microsoft.com/office/officeart/2005/8/layout/orgChart1"/>
    <dgm:cxn modelId="{2D6F9C2E-6588-4B7F-830E-F2B910A7298C}" type="presParOf" srcId="{8E102B6F-8316-4BA5-935D-C53DFA90AA5D}" destId="{6800EF27-81E9-4ACD-9747-6CB0E6076FA2}" srcOrd="1" destOrd="0" presId="urn:microsoft.com/office/officeart/2005/8/layout/orgChart1"/>
    <dgm:cxn modelId="{0FCFE2A0-D129-464A-9702-6EE67E750AE0}" type="presParOf" srcId="{76BA6B2E-BAA3-49C8-931F-0E8AEE294C06}" destId="{7DA96361-2DEC-4BB6-8186-E8A5CABE987A}" srcOrd="1" destOrd="0" presId="urn:microsoft.com/office/officeart/2005/8/layout/orgChart1"/>
    <dgm:cxn modelId="{BC3FC8F8-C88C-4BED-B3E2-0D8D80564769}" type="presParOf" srcId="{76BA6B2E-BAA3-49C8-931F-0E8AEE294C06}" destId="{AC3713BD-F24D-4C54-A6C0-23CEFAAAAB58}" srcOrd="2" destOrd="0" presId="urn:microsoft.com/office/officeart/2005/8/layout/orgChart1"/>
    <dgm:cxn modelId="{A1E9FEF6-EEDD-46AC-8543-C22DC384E9A8}" type="presParOf" srcId="{FFA0ED23-B762-4624-A1BB-6448C023F895}" destId="{F9A8B416-B015-4316-A442-281F4EABF4F1}" srcOrd="6" destOrd="0" presId="urn:microsoft.com/office/officeart/2005/8/layout/orgChart1"/>
    <dgm:cxn modelId="{A7FFD85A-B342-44BF-A9DF-4C7C2B56CBE1}" type="presParOf" srcId="{FFA0ED23-B762-4624-A1BB-6448C023F895}" destId="{92D9291F-A315-4BAB-8527-2E67BF9902C1}" srcOrd="7" destOrd="0" presId="urn:microsoft.com/office/officeart/2005/8/layout/orgChart1"/>
    <dgm:cxn modelId="{D80D7034-340F-4B39-A723-A3411471FBAD}" type="presParOf" srcId="{92D9291F-A315-4BAB-8527-2E67BF9902C1}" destId="{CCF69B02-50AC-4A16-8F32-2B902009A880}" srcOrd="0" destOrd="0" presId="urn:microsoft.com/office/officeart/2005/8/layout/orgChart1"/>
    <dgm:cxn modelId="{ABFF2731-59EB-4F52-9767-24D933BC87F3}" type="presParOf" srcId="{CCF69B02-50AC-4A16-8F32-2B902009A880}" destId="{46519EEE-7F68-4CFB-B078-05499A6B1D20}" srcOrd="0" destOrd="0" presId="urn:microsoft.com/office/officeart/2005/8/layout/orgChart1"/>
    <dgm:cxn modelId="{2F774E41-D2F9-4246-8C58-FF20285DC8DE}" type="presParOf" srcId="{CCF69B02-50AC-4A16-8F32-2B902009A880}" destId="{D79B1470-FFCE-46EF-B69A-91BB80889981}" srcOrd="1" destOrd="0" presId="urn:microsoft.com/office/officeart/2005/8/layout/orgChart1"/>
    <dgm:cxn modelId="{3860830E-6E58-46DC-997A-567D032BA2D0}" type="presParOf" srcId="{92D9291F-A315-4BAB-8527-2E67BF9902C1}" destId="{B842617B-3F09-4D4C-ADD9-A6A75A283A4C}" srcOrd="1" destOrd="0" presId="urn:microsoft.com/office/officeart/2005/8/layout/orgChart1"/>
    <dgm:cxn modelId="{39124533-B474-4A51-BB1B-C295F01F9A05}" type="presParOf" srcId="{92D9291F-A315-4BAB-8527-2E67BF9902C1}" destId="{CD916865-F99C-46C5-8822-8707DA01516E}" srcOrd="2" destOrd="0" presId="urn:microsoft.com/office/officeart/2005/8/layout/orgChart1"/>
    <dgm:cxn modelId="{1A7BE578-32B2-4EA9-8B96-73DE82F73AD8}" type="presParOf" srcId="{FFA0ED23-B762-4624-A1BB-6448C023F895}" destId="{D7D3BF91-76C3-4747-8CCA-792786FCACF8}" srcOrd="8" destOrd="0" presId="urn:microsoft.com/office/officeart/2005/8/layout/orgChart1"/>
    <dgm:cxn modelId="{8E49AFC2-70FE-45F8-9B7F-199BC8433455}" type="presParOf" srcId="{FFA0ED23-B762-4624-A1BB-6448C023F895}" destId="{B7412B6A-36C2-4888-B368-4275FB2CE336}" srcOrd="9" destOrd="0" presId="urn:microsoft.com/office/officeart/2005/8/layout/orgChart1"/>
    <dgm:cxn modelId="{0038DC25-2258-4C5F-88B2-4440FD1A123B}" type="presParOf" srcId="{B7412B6A-36C2-4888-B368-4275FB2CE336}" destId="{DDF8D874-FE0D-4DBF-8EDD-91F303F82877}" srcOrd="0" destOrd="0" presId="urn:microsoft.com/office/officeart/2005/8/layout/orgChart1"/>
    <dgm:cxn modelId="{6FBD5607-5E41-4DD0-9439-BE77E7962EBF}" type="presParOf" srcId="{DDF8D874-FE0D-4DBF-8EDD-91F303F82877}" destId="{133C68B3-E56C-46A3-9753-441456965D63}" srcOrd="0" destOrd="0" presId="urn:microsoft.com/office/officeart/2005/8/layout/orgChart1"/>
    <dgm:cxn modelId="{3B4150AA-D6D8-4C33-8B57-DB562C625BB1}" type="presParOf" srcId="{DDF8D874-FE0D-4DBF-8EDD-91F303F82877}" destId="{7181DBD5-0ADE-4443-936E-085BD7F9DB79}" srcOrd="1" destOrd="0" presId="urn:microsoft.com/office/officeart/2005/8/layout/orgChart1"/>
    <dgm:cxn modelId="{DAA503C7-DCB4-433A-8527-85E4E82C2E70}" type="presParOf" srcId="{B7412B6A-36C2-4888-B368-4275FB2CE336}" destId="{8EA3CA6D-D5F5-4511-B74C-6C0C6B4168D0}" srcOrd="1" destOrd="0" presId="urn:microsoft.com/office/officeart/2005/8/layout/orgChart1"/>
    <dgm:cxn modelId="{8965D426-F5F2-4D3F-9ED7-1841126FE266}" type="presParOf" srcId="{B7412B6A-36C2-4888-B368-4275FB2CE336}" destId="{7D2AFFEF-5BF0-4887-BFBA-4CA1EFBBD8A2}" srcOrd="2" destOrd="0" presId="urn:microsoft.com/office/officeart/2005/8/layout/orgChart1"/>
    <dgm:cxn modelId="{00761046-1637-44DC-AD78-A857FE8C3114}" type="presParOf" srcId="{E7108F32-226F-4E48-B15A-9856BBD878A5}" destId="{9A42E4D4-490B-4310-BFF3-87D02DC19BFE}" srcOrd="2" destOrd="0" presId="urn:microsoft.com/office/officeart/2005/8/layout/orgChart1"/>
    <dgm:cxn modelId="{BB26C4D8-8D2A-4DCF-8628-7BDA5AA3ADCA}" type="presParOf" srcId="{8FE3DB2B-901C-45CF-BD79-362F5DF3FA39}" destId="{696B09F1-214E-4968-8958-0FEE17C7FEE1}" srcOrd="2" destOrd="0" presId="urn:microsoft.com/office/officeart/2005/8/layout/orgChart1"/>
    <dgm:cxn modelId="{6F62CE1D-7DB5-41E1-B2DB-512B592E6511}" type="presParOf" srcId="{8FE3DB2B-901C-45CF-BD79-362F5DF3FA39}" destId="{6508C8DD-799C-4BD5-ACBD-1AC7040F4FF5}" srcOrd="3" destOrd="0" presId="urn:microsoft.com/office/officeart/2005/8/layout/orgChart1"/>
    <dgm:cxn modelId="{D905C879-855C-4DFC-8289-EC21D389C446}" type="presParOf" srcId="{6508C8DD-799C-4BD5-ACBD-1AC7040F4FF5}" destId="{B3A7288F-520D-4CD4-8D39-F504F4B87BBA}" srcOrd="0" destOrd="0" presId="urn:microsoft.com/office/officeart/2005/8/layout/orgChart1"/>
    <dgm:cxn modelId="{19740226-D184-4B05-8828-DA74D762A199}" type="presParOf" srcId="{B3A7288F-520D-4CD4-8D39-F504F4B87BBA}" destId="{0BD38207-ED0B-4A8E-A7F6-30BA2DD7BFF1}" srcOrd="0" destOrd="0" presId="urn:microsoft.com/office/officeart/2005/8/layout/orgChart1"/>
    <dgm:cxn modelId="{EED01F97-D94E-4A7E-8AE2-265B294672D2}" type="presParOf" srcId="{B3A7288F-520D-4CD4-8D39-F504F4B87BBA}" destId="{0A06A54F-C848-4C02-8B25-05E5BD56F8FC}" srcOrd="1" destOrd="0" presId="urn:microsoft.com/office/officeart/2005/8/layout/orgChart1"/>
    <dgm:cxn modelId="{02FAE36D-CA5D-46E2-BC5C-A457881EB75A}" type="presParOf" srcId="{6508C8DD-799C-4BD5-ACBD-1AC7040F4FF5}" destId="{598ED6B5-9B52-453B-B75A-1817A8855181}" srcOrd="1" destOrd="0" presId="urn:microsoft.com/office/officeart/2005/8/layout/orgChart1"/>
    <dgm:cxn modelId="{F2B62192-758B-40C6-B43C-ED6D145B7265}" type="presParOf" srcId="{598ED6B5-9B52-453B-B75A-1817A8855181}" destId="{D121BCFC-05B7-448F-A3B4-AF41AEBB8323}" srcOrd="0" destOrd="0" presId="urn:microsoft.com/office/officeart/2005/8/layout/orgChart1"/>
    <dgm:cxn modelId="{1A636619-62D9-4AE6-8A2F-D6927F6E85BC}" type="presParOf" srcId="{598ED6B5-9B52-453B-B75A-1817A8855181}" destId="{8A355952-8D08-44B4-9B2E-7D2F6A8C8A23}" srcOrd="1" destOrd="0" presId="urn:microsoft.com/office/officeart/2005/8/layout/orgChart1"/>
    <dgm:cxn modelId="{41EBB492-11D1-423A-9C67-786D43FF1785}" type="presParOf" srcId="{8A355952-8D08-44B4-9B2E-7D2F6A8C8A23}" destId="{AA25536C-E521-44CE-A409-9D591A62C0BD}" srcOrd="0" destOrd="0" presId="urn:microsoft.com/office/officeart/2005/8/layout/orgChart1"/>
    <dgm:cxn modelId="{3BDFD615-CABC-4A3E-9B4B-206433A8A87A}" type="presParOf" srcId="{AA25536C-E521-44CE-A409-9D591A62C0BD}" destId="{FC4E2D0B-94A9-4434-8662-6910FB33C4F4}" srcOrd="0" destOrd="0" presId="urn:microsoft.com/office/officeart/2005/8/layout/orgChart1"/>
    <dgm:cxn modelId="{2682B20E-E7F8-473D-859D-7C1E3091203D}" type="presParOf" srcId="{AA25536C-E521-44CE-A409-9D591A62C0BD}" destId="{0568888B-0047-442A-BBEE-2F4B57647216}" srcOrd="1" destOrd="0" presId="urn:microsoft.com/office/officeart/2005/8/layout/orgChart1"/>
    <dgm:cxn modelId="{32EA664B-EFC9-4961-8E15-9B1AA785B927}" type="presParOf" srcId="{8A355952-8D08-44B4-9B2E-7D2F6A8C8A23}" destId="{D2E19F27-ABA5-4AD2-80EF-659428942950}" srcOrd="1" destOrd="0" presId="urn:microsoft.com/office/officeart/2005/8/layout/orgChart1"/>
    <dgm:cxn modelId="{1917DF3D-037A-4219-BB26-91FA90C90AAA}" type="presParOf" srcId="{8A355952-8D08-44B4-9B2E-7D2F6A8C8A23}" destId="{B6EE163E-63D6-4067-9558-1F734EA61709}" srcOrd="2" destOrd="0" presId="urn:microsoft.com/office/officeart/2005/8/layout/orgChart1"/>
    <dgm:cxn modelId="{A815ACCE-2831-4951-8A83-07A6FA6AF5EC}" type="presParOf" srcId="{598ED6B5-9B52-453B-B75A-1817A8855181}" destId="{4B503363-826B-4769-993A-87D69C22778E}" srcOrd="2" destOrd="0" presId="urn:microsoft.com/office/officeart/2005/8/layout/orgChart1"/>
    <dgm:cxn modelId="{6F85B8DD-7670-4248-9A99-75366DA61DA5}" type="presParOf" srcId="{598ED6B5-9B52-453B-B75A-1817A8855181}" destId="{911795CA-D2C1-4166-9EE2-07B045C277B9}" srcOrd="3" destOrd="0" presId="urn:microsoft.com/office/officeart/2005/8/layout/orgChart1"/>
    <dgm:cxn modelId="{03280CBF-96A6-4794-B6C6-69388B3DDD2F}" type="presParOf" srcId="{911795CA-D2C1-4166-9EE2-07B045C277B9}" destId="{8CEA3E34-573D-4E1B-A93F-638350BF09F5}" srcOrd="0" destOrd="0" presId="urn:microsoft.com/office/officeart/2005/8/layout/orgChart1"/>
    <dgm:cxn modelId="{9577C175-0211-40FD-A2A4-67A0E5D607EE}" type="presParOf" srcId="{8CEA3E34-573D-4E1B-A93F-638350BF09F5}" destId="{9791339D-ACAF-4FD6-8E56-1C37D5FAA6C0}" srcOrd="0" destOrd="0" presId="urn:microsoft.com/office/officeart/2005/8/layout/orgChart1"/>
    <dgm:cxn modelId="{786235A4-3F34-4A06-BF2C-C5531CA500BC}" type="presParOf" srcId="{8CEA3E34-573D-4E1B-A93F-638350BF09F5}" destId="{501E267F-FCB1-4CBA-BE75-8557528E95BD}" srcOrd="1" destOrd="0" presId="urn:microsoft.com/office/officeart/2005/8/layout/orgChart1"/>
    <dgm:cxn modelId="{64740AF2-F6FF-45E5-9A47-1D5D2F4E11D7}" type="presParOf" srcId="{911795CA-D2C1-4166-9EE2-07B045C277B9}" destId="{C2EBAEBA-7992-472C-8722-8F5F1C9F9A40}" srcOrd="1" destOrd="0" presId="urn:microsoft.com/office/officeart/2005/8/layout/orgChart1"/>
    <dgm:cxn modelId="{13B4AD55-43EA-4055-9BF2-F827BA8CF51D}" type="presParOf" srcId="{911795CA-D2C1-4166-9EE2-07B045C277B9}" destId="{91FE29B3-738B-40F4-B290-1AA3471C663C}" srcOrd="2" destOrd="0" presId="urn:microsoft.com/office/officeart/2005/8/layout/orgChart1"/>
    <dgm:cxn modelId="{E9E9A6F5-D665-4FFA-AB1F-A25337C6952E}" type="presParOf" srcId="{598ED6B5-9B52-453B-B75A-1817A8855181}" destId="{F26CAE5F-CC84-409F-9665-C2A8017B0729}" srcOrd="4" destOrd="0" presId="urn:microsoft.com/office/officeart/2005/8/layout/orgChart1"/>
    <dgm:cxn modelId="{2DDFA6C8-8CB0-4A3D-9BA6-CF143C9D70E9}" type="presParOf" srcId="{598ED6B5-9B52-453B-B75A-1817A8855181}" destId="{F1CE2CFE-6E27-4B7C-A570-5E81F8B90DDA}" srcOrd="5" destOrd="0" presId="urn:microsoft.com/office/officeart/2005/8/layout/orgChart1"/>
    <dgm:cxn modelId="{50468046-A2F3-4F75-9F92-A3EF36919B28}" type="presParOf" srcId="{F1CE2CFE-6E27-4B7C-A570-5E81F8B90DDA}" destId="{B38C73C5-4FBB-4358-843A-56DF68C4085F}" srcOrd="0" destOrd="0" presId="urn:microsoft.com/office/officeart/2005/8/layout/orgChart1"/>
    <dgm:cxn modelId="{98F72235-5D06-43E7-A5AF-FE779711E7D5}" type="presParOf" srcId="{B38C73C5-4FBB-4358-843A-56DF68C4085F}" destId="{1F0C7E90-F357-4B05-AA1A-0FE8B43396BD}" srcOrd="0" destOrd="0" presId="urn:microsoft.com/office/officeart/2005/8/layout/orgChart1"/>
    <dgm:cxn modelId="{A01C6365-1622-470F-929D-D919BA53CC11}" type="presParOf" srcId="{B38C73C5-4FBB-4358-843A-56DF68C4085F}" destId="{4380398E-1180-4C36-9731-2EB0590E942C}" srcOrd="1" destOrd="0" presId="urn:microsoft.com/office/officeart/2005/8/layout/orgChart1"/>
    <dgm:cxn modelId="{D96FF5FB-AD03-4175-89F9-74164CDC7C2D}" type="presParOf" srcId="{F1CE2CFE-6E27-4B7C-A570-5E81F8B90DDA}" destId="{8E5D738A-886F-498E-8C49-2B83F6C17565}" srcOrd="1" destOrd="0" presId="urn:microsoft.com/office/officeart/2005/8/layout/orgChart1"/>
    <dgm:cxn modelId="{0AA311F1-6EBF-4E80-ADDA-A7507AFF6A7E}" type="presParOf" srcId="{F1CE2CFE-6E27-4B7C-A570-5E81F8B90DDA}" destId="{13247C45-FECA-4FBF-B038-87E847EEF699}" srcOrd="2" destOrd="0" presId="urn:microsoft.com/office/officeart/2005/8/layout/orgChart1"/>
    <dgm:cxn modelId="{984C81B1-B1CD-4C8E-BE44-82A08B52B354}" type="presParOf" srcId="{6508C8DD-799C-4BD5-ACBD-1AC7040F4FF5}" destId="{BB1C900D-D53E-45D5-9479-03B094176FF2}" srcOrd="2" destOrd="0" presId="urn:microsoft.com/office/officeart/2005/8/layout/orgChart1"/>
    <dgm:cxn modelId="{0E54D0C3-A674-44AC-BBD7-D26494A245BE}" type="presParOf" srcId="{AC912D94-92D6-4EDC-BE1B-204BFCA411A4}" destId="{8B37D03B-F2B5-401A-AC71-1740129F89DC}" srcOrd="2" destOrd="0" presId="urn:microsoft.com/office/officeart/2005/8/layout/orgChart1"/>
    <dgm:cxn modelId="{FF66FE69-B317-4774-822B-B0F190A25013}" type="presParOf" srcId="{BE0825DB-B48C-42B4-AB98-6CB396DE03AE}" destId="{560113D7-2DA4-4027-BE6F-DC6B6B62B9C1}" srcOrd="2" destOrd="0" presId="urn:microsoft.com/office/officeart/2005/8/layout/orgChart1"/>
    <dgm:cxn modelId="{E2BDF143-034B-4F02-9576-CEAE83C4D1C0}" type="presParOf" srcId="{BE0825DB-B48C-42B4-AB98-6CB396DE03AE}" destId="{0A77BF42-F12E-4E29-914B-AE597181F6FC}" srcOrd="3" destOrd="0" presId="urn:microsoft.com/office/officeart/2005/8/layout/orgChart1"/>
    <dgm:cxn modelId="{27B34BF1-21B9-44C3-84BE-A85E81A0B7CE}" type="presParOf" srcId="{0A77BF42-F12E-4E29-914B-AE597181F6FC}" destId="{241B8240-4C48-4D94-92E4-887F578F9289}" srcOrd="0" destOrd="0" presId="urn:microsoft.com/office/officeart/2005/8/layout/orgChart1"/>
    <dgm:cxn modelId="{112B46E0-DF0B-4D5A-AC89-6D93805A3E36}" type="presParOf" srcId="{241B8240-4C48-4D94-92E4-887F578F9289}" destId="{05F1C834-9FC9-48D7-94E2-0DD4513DD38B}" srcOrd="0" destOrd="0" presId="urn:microsoft.com/office/officeart/2005/8/layout/orgChart1"/>
    <dgm:cxn modelId="{EFC06EED-7207-41B7-B375-190AA323319B}" type="presParOf" srcId="{241B8240-4C48-4D94-92E4-887F578F9289}" destId="{8D5799E2-7F64-449F-8C4E-ECB3239973DD}" srcOrd="1" destOrd="0" presId="urn:microsoft.com/office/officeart/2005/8/layout/orgChart1"/>
    <dgm:cxn modelId="{6F899C15-027A-4E66-92F9-8781FAEF0771}" type="presParOf" srcId="{0A77BF42-F12E-4E29-914B-AE597181F6FC}" destId="{034A974A-174B-4F41-916D-33221B3975B1}" srcOrd="1" destOrd="0" presId="urn:microsoft.com/office/officeart/2005/8/layout/orgChart1"/>
    <dgm:cxn modelId="{2F9CF0AA-CC77-4C37-9D5A-1839AA2CCC1D}" type="presParOf" srcId="{034A974A-174B-4F41-916D-33221B3975B1}" destId="{17FEFDA4-5A40-4D8A-BCE3-F2A4B861942B}" srcOrd="0" destOrd="0" presId="urn:microsoft.com/office/officeart/2005/8/layout/orgChart1"/>
    <dgm:cxn modelId="{7D6C63BF-5C85-4C6B-B8F7-4722AD9C6900}" type="presParOf" srcId="{034A974A-174B-4F41-916D-33221B3975B1}" destId="{35F6637B-2E1C-4440-A10D-F9B1E6FCF2D1}" srcOrd="1" destOrd="0" presId="urn:microsoft.com/office/officeart/2005/8/layout/orgChart1"/>
    <dgm:cxn modelId="{37833E00-B496-4C58-BDA0-7D9A94A5E322}" type="presParOf" srcId="{35F6637B-2E1C-4440-A10D-F9B1E6FCF2D1}" destId="{10F25DEA-7F7F-4A42-BBDD-2BEA164E9833}" srcOrd="0" destOrd="0" presId="urn:microsoft.com/office/officeart/2005/8/layout/orgChart1"/>
    <dgm:cxn modelId="{EA445D08-7933-4862-8212-73245C135C3D}" type="presParOf" srcId="{10F25DEA-7F7F-4A42-BBDD-2BEA164E9833}" destId="{B6837005-6913-423F-BC94-B5300E0AA2F5}" srcOrd="0" destOrd="0" presId="urn:microsoft.com/office/officeart/2005/8/layout/orgChart1"/>
    <dgm:cxn modelId="{7805BA30-D2C4-45AB-A447-0896DF4333FB}" type="presParOf" srcId="{10F25DEA-7F7F-4A42-BBDD-2BEA164E9833}" destId="{58215B6E-88BA-4966-8698-06F6BF85D0D6}" srcOrd="1" destOrd="0" presId="urn:microsoft.com/office/officeart/2005/8/layout/orgChart1"/>
    <dgm:cxn modelId="{57D49382-A7C9-4532-8AB9-7A418E3E63AB}" type="presParOf" srcId="{35F6637B-2E1C-4440-A10D-F9B1E6FCF2D1}" destId="{607396A1-20C3-4E0C-BD7D-64FE066B4FDB}" srcOrd="1" destOrd="0" presId="urn:microsoft.com/office/officeart/2005/8/layout/orgChart1"/>
    <dgm:cxn modelId="{8B516371-2916-4DD5-99B7-94B3FC46670B}" type="presParOf" srcId="{607396A1-20C3-4E0C-BD7D-64FE066B4FDB}" destId="{F3117FB2-FE66-42F2-86C3-543D88C8A78A}" srcOrd="0" destOrd="0" presId="urn:microsoft.com/office/officeart/2005/8/layout/orgChart1"/>
    <dgm:cxn modelId="{DB149ACB-6788-49B9-A1F0-EE0E28418020}" type="presParOf" srcId="{607396A1-20C3-4E0C-BD7D-64FE066B4FDB}" destId="{22484FE9-09D7-41FC-B191-0111EFF08476}" srcOrd="1" destOrd="0" presId="urn:microsoft.com/office/officeart/2005/8/layout/orgChart1"/>
    <dgm:cxn modelId="{4D31B302-20FF-49D2-92AF-83AB1BD41F11}" type="presParOf" srcId="{22484FE9-09D7-41FC-B191-0111EFF08476}" destId="{88838262-D528-4308-B1EE-5B8672EE9FF8}" srcOrd="0" destOrd="0" presId="urn:microsoft.com/office/officeart/2005/8/layout/orgChart1"/>
    <dgm:cxn modelId="{7A7595BB-01FB-4F65-9089-ECA72527FCFA}" type="presParOf" srcId="{88838262-D528-4308-B1EE-5B8672EE9FF8}" destId="{78B04222-C4AC-437A-A7AD-762AD98F42F1}" srcOrd="0" destOrd="0" presId="urn:microsoft.com/office/officeart/2005/8/layout/orgChart1"/>
    <dgm:cxn modelId="{3FAA3489-C8B7-49B6-BF9A-C1BE001F2D87}" type="presParOf" srcId="{88838262-D528-4308-B1EE-5B8672EE9FF8}" destId="{9DE01E07-3E8A-44E9-BEE8-77C5A79DAA9A}" srcOrd="1" destOrd="0" presId="urn:microsoft.com/office/officeart/2005/8/layout/orgChart1"/>
    <dgm:cxn modelId="{7F771D2A-58A3-45F5-B8A6-D3EDD1E5BFF2}" type="presParOf" srcId="{22484FE9-09D7-41FC-B191-0111EFF08476}" destId="{3E3D4D72-FE0A-4866-A344-AB834EC34D6E}" srcOrd="1" destOrd="0" presId="urn:microsoft.com/office/officeart/2005/8/layout/orgChart1"/>
    <dgm:cxn modelId="{53E3B0CD-EEFC-4ED3-AEF0-057951230F56}" type="presParOf" srcId="{22484FE9-09D7-41FC-B191-0111EFF08476}" destId="{D0F574DF-CA50-4472-8594-42367B5A3550}" srcOrd="2" destOrd="0" presId="urn:microsoft.com/office/officeart/2005/8/layout/orgChart1"/>
    <dgm:cxn modelId="{C62647FA-97EC-4B5F-96E0-C552FE781A5D}" type="presParOf" srcId="{607396A1-20C3-4E0C-BD7D-64FE066B4FDB}" destId="{53ACA0BF-8BFC-495E-8847-785CDC65FC3B}" srcOrd="2" destOrd="0" presId="urn:microsoft.com/office/officeart/2005/8/layout/orgChart1"/>
    <dgm:cxn modelId="{079F120C-12D6-4239-9E7D-A174C4D6BA0F}" type="presParOf" srcId="{607396A1-20C3-4E0C-BD7D-64FE066B4FDB}" destId="{D3D8699F-8C2C-43C4-B792-7F2368C17761}" srcOrd="3" destOrd="0" presId="urn:microsoft.com/office/officeart/2005/8/layout/orgChart1"/>
    <dgm:cxn modelId="{77AA3AFB-478E-485C-AB31-97C4B7D691D8}" type="presParOf" srcId="{D3D8699F-8C2C-43C4-B792-7F2368C17761}" destId="{18F04D39-9A1B-442C-A684-1E79B4BDF862}" srcOrd="0" destOrd="0" presId="urn:microsoft.com/office/officeart/2005/8/layout/orgChart1"/>
    <dgm:cxn modelId="{AC6888F5-2014-4D02-9D1D-0A3AE2B4740A}" type="presParOf" srcId="{18F04D39-9A1B-442C-A684-1E79B4BDF862}" destId="{ABAD27E2-3AE8-4712-8572-DDA5290A8DC0}" srcOrd="0" destOrd="0" presId="urn:microsoft.com/office/officeart/2005/8/layout/orgChart1"/>
    <dgm:cxn modelId="{03B321E5-43C7-48FC-8BE6-FDBD0B4A4825}" type="presParOf" srcId="{18F04D39-9A1B-442C-A684-1E79B4BDF862}" destId="{E2E2CA34-DFCD-4A15-92C8-5E39EDA7ECD0}" srcOrd="1" destOrd="0" presId="urn:microsoft.com/office/officeart/2005/8/layout/orgChart1"/>
    <dgm:cxn modelId="{46A563E1-3011-4001-9766-D8E5F9BE62D0}" type="presParOf" srcId="{D3D8699F-8C2C-43C4-B792-7F2368C17761}" destId="{53F22C6F-8707-4688-9A1D-6853530A1839}" srcOrd="1" destOrd="0" presId="urn:microsoft.com/office/officeart/2005/8/layout/orgChart1"/>
    <dgm:cxn modelId="{ADF27547-0B72-4469-87CF-A5A7F14BAC2C}" type="presParOf" srcId="{D3D8699F-8C2C-43C4-B792-7F2368C17761}" destId="{255D9D5A-F705-44DE-9C3A-4CC6882BABB9}" srcOrd="2" destOrd="0" presId="urn:microsoft.com/office/officeart/2005/8/layout/orgChart1"/>
    <dgm:cxn modelId="{5E33BADE-9AE0-4BDA-8A81-65F62A2E7F7B}" type="presParOf" srcId="{35F6637B-2E1C-4440-A10D-F9B1E6FCF2D1}" destId="{33173AB2-EC0A-454E-93B2-1F828E16A8FC}" srcOrd="2" destOrd="0" presId="urn:microsoft.com/office/officeart/2005/8/layout/orgChart1"/>
    <dgm:cxn modelId="{EAEBEC13-4094-4292-AC85-4336D78B83FE}" type="presParOf" srcId="{034A974A-174B-4F41-916D-33221B3975B1}" destId="{57D0D669-7097-49B7-A89D-577D121641CB}" srcOrd="2" destOrd="0" presId="urn:microsoft.com/office/officeart/2005/8/layout/orgChart1"/>
    <dgm:cxn modelId="{E2180B01-BB7F-44DF-B8D6-850E94ABBBE2}" type="presParOf" srcId="{034A974A-174B-4F41-916D-33221B3975B1}" destId="{704EEE42-A3CE-4E29-9844-17DAD78FDF5F}" srcOrd="3" destOrd="0" presId="urn:microsoft.com/office/officeart/2005/8/layout/orgChart1"/>
    <dgm:cxn modelId="{FD718CE0-4BC4-4F95-A001-30B7D84140E3}" type="presParOf" srcId="{704EEE42-A3CE-4E29-9844-17DAD78FDF5F}" destId="{4C0187D4-9B2A-4207-A99A-70B0355C01AD}" srcOrd="0" destOrd="0" presId="urn:microsoft.com/office/officeart/2005/8/layout/orgChart1"/>
    <dgm:cxn modelId="{5D86C8A3-920E-4599-A0E2-57C11B19A221}" type="presParOf" srcId="{4C0187D4-9B2A-4207-A99A-70B0355C01AD}" destId="{1A69209E-67DA-47AE-B499-48516CB7C48A}" srcOrd="0" destOrd="0" presId="urn:microsoft.com/office/officeart/2005/8/layout/orgChart1"/>
    <dgm:cxn modelId="{150E0FA4-8D40-4F40-A726-6368CD38CD8B}" type="presParOf" srcId="{4C0187D4-9B2A-4207-A99A-70B0355C01AD}" destId="{71742360-8256-4F38-B666-0C83EC717DA9}" srcOrd="1" destOrd="0" presId="urn:microsoft.com/office/officeart/2005/8/layout/orgChart1"/>
    <dgm:cxn modelId="{9524E681-E807-4B4B-9BBA-B4459C7E38AE}" type="presParOf" srcId="{704EEE42-A3CE-4E29-9844-17DAD78FDF5F}" destId="{83066FE7-680C-4440-B55E-A5C0786A9FE2}" srcOrd="1" destOrd="0" presId="urn:microsoft.com/office/officeart/2005/8/layout/orgChart1"/>
    <dgm:cxn modelId="{AC0B649A-42C5-4A91-99BA-237DC1414642}" type="presParOf" srcId="{704EEE42-A3CE-4E29-9844-17DAD78FDF5F}" destId="{4AF84DF6-F9C0-4D2F-BED2-3B31892073AB}" srcOrd="2" destOrd="0" presId="urn:microsoft.com/office/officeart/2005/8/layout/orgChart1"/>
    <dgm:cxn modelId="{F6C65D86-915B-4769-ABF4-A79EBD7ACB03}" type="presParOf" srcId="{0A77BF42-F12E-4E29-914B-AE597181F6FC}" destId="{15B94DE4-A3C7-4591-BC53-6E2BCE39288A}" srcOrd="2" destOrd="0" presId="urn:microsoft.com/office/officeart/2005/8/layout/orgChart1"/>
    <dgm:cxn modelId="{EA9B5927-D7E2-4DB0-9A50-6C62B9FA65EA}" type="presParOf" srcId="{BB2916CA-AFF6-43BE-9E70-9444DEAAC1A9}" destId="{DDA5BD5D-F4EB-418C-826A-DDDA26D66B38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3493132-89C6-4CD6-982E-7E9418963852}" type="doc">
      <dgm:prSet loTypeId="urn:microsoft.com/office/officeart/2008/layout/HorizontalMultiLevelHierarchy" loCatId="hierarchy" qsTypeId="urn:microsoft.com/office/officeart/2005/8/quickstyle/simple1#2" qsCatId="simple" csTypeId="urn:microsoft.com/office/officeart/2005/8/colors/colorful4#1" csCatId="colorful" phldr="1"/>
      <dgm:spPr/>
      <dgm:t>
        <a:bodyPr/>
        <a:lstStyle/>
        <a:p>
          <a:endParaRPr lang="en-GB"/>
        </a:p>
      </dgm:t>
    </dgm:pt>
    <dgm:pt modelId="{14697DC1-D540-4312-BD42-6E1E2BDCAF00}">
      <dgm:prSet phldrT="[Text]" phldr="0"/>
      <dgm:spPr/>
      <dgm:t>
        <a:bodyPr/>
        <a:lstStyle/>
        <a:p>
          <a:r>
            <a:rPr lang="en-GB" dirty="0"/>
            <a:t>Testing</a:t>
          </a:r>
        </a:p>
      </dgm:t>
    </dgm:pt>
    <dgm:pt modelId="{03FEA026-E601-4F81-9E5B-03E1E91BC876}" type="parTrans" cxnId="{AA8ADFFE-BC12-4C27-92B6-D0178771BA37}">
      <dgm:prSet/>
      <dgm:spPr/>
      <dgm:t>
        <a:bodyPr/>
        <a:lstStyle/>
        <a:p>
          <a:endParaRPr lang="en-GB"/>
        </a:p>
      </dgm:t>
    </dgm:pt>
    <dgm:pt modelId="{21B796DB-87C4-439B-9587-364C64015316}" type="sibTrans" cxnId="{AA8ADFFE-BC12-4C27-92B6-D0178771BA37}">
      <dgm:prSet/>
      <dgm:spPr/>
      <dgm:t>
        <a:bodyPr/>
        <a:lstStyle/>
        <a:p>
          <a:endParaRPr lang="en-GB"/>
        </a:p>
      </dgm:t>
    </dgm:pt>
    <dgm:pt modelId="{67DDA99C-5DBD-409A-9CF4-2E9E3453BDCF}">
      <dgm:prSet phldrT="[Text]" phldr="0"/>
      <dgm:spPr/>
      <dgm:t>
        <a:bodyPr/>
        <a:lstStyle/>
        <a:p>
          <a:r>
            <a:rPr lang="en-GB" dirty="0"/>
            <a:t>Chip Level</a:t>
          </a:r>
        </a:p>
      </dgm:t>
    </dgm:pt>
    <dgm:pt modelId="{CF91F5B9-2F02-4C76-AD2B-F65F742C019B}" type="parTrans" cxnId="{3D433E60-5489-482B-931A-C42FEF10B08D}">
      <dgm:prSet/>
      <dgm:spPr/>
      <dgm:t>
        <a:bodyPr/>
        <a:lstStyle/>
        <a:p>
          <a:endParaRPr lang="en-GB"/>
        </a:p>
      </dgm:t>
    </dgm:pt>
    <dgm:pt modelId="{CA017D89-165D-46F8-81AC-96F2BFDFC07A}" type="sibTrans" cxnId="{3D433E60-5489-482B-931A-C42FEF10B08D}">
      <dgm:prSet/>
      <dgm:spPr/>
      <dgm:t>
        <a:bodyPr/>
        <a:lstStyle/>
        <a:p>
          <a:endParaRPr lang="en-GB"/>
        </a:p>
      </dgm:t>
    </dgm:pt>
    <dgm:pt modelId="{C79B119E-2A8D-4C69-B669-90B645AA45DC}">
      <dgm:prSet phldrT="[Text]" phldr="0"/>
      <dgm:spPr/>
      <dgm:t>
        <a:bodyPr/>
        <a:lstStyle/>
        <a:p>
          <a:r>
            <a:rPr lang="en-GB" dirty="0"/>
            <a:t>Wafer Level</a:t>
          </a:r>
        </a:p>
      </dgm:t>
    </dgm:pt>
    <dgm:pt modelId="{5506B486-7727-4957-8E9B-16BB14EE4FDC}" type="parTrans" cxnId="{7CC36409-6B8B-4FF1-931B-780DF9CBB5BA}">
      <dgm:prSet/>
      <dgm:spPr/>
      <dgm:t>
        <a:bodyPr/>
        <a:lstStyle/>
        <a:p>
          <a:endParaRPr lang="en-GB"/>
        </a:p>
      </dgm:t>
    </dgm:pt>
    <dgm:pt modelId="{BABB0F90-749D-4D6B-AE8A-DEF2003FF584}" type="sibTrans" cxnId="{7CC36409-6B8B-4FF1-931B-780DF9CBB5BA}">
      <dgm:prSet/>
      <dgm:spPr/>
      <dgm:t>
        <a:bodyPr/>
        <a:lstStyle/>
        <a:p>
          <a:endParaRPr lang="en-GB"/>
        </a:p>
      </dgm:t>
    </dgm:pt>
    <dgm:pt modelId="{3D86AAAF-4F4E-4BA5-AB91-16C7FA41EB6E}">
      <dgm:prSet/>
      <dgm:spPr/>
      <dgm:t>
        <a:bodyPr/>
        <a:lstStyle/>
        <a:p>
          <a:r>
            <a:rPr lang="en-GB" dirty="0"/>
            <a:t>Optical</a:t>
          </a:r>
        </a:p>
      </dgm:t>
    </dgm:pt>
    <dgm:pt modelId="{CB7A1EB4-153E-45EB-8EF3-AE8166BE5D3B}" type="parTrans" cxnId="{AB865E5D-2D7C-4639-BA99-53FAA87A5187}">
      <dgm:prSet/>
      <dgm:spPr/>
      <dgm:t>
        <a:bodyPr/>
        <a:lstStyle/>
        <a:p>
          <a:endParaRPr lang="en-GB"/>
        </a:p>
      </dgm:t>
    </dgm:pt>
    <dgm:pt modelId="{D14F6D1E-C8B9-4939-B9F7-2B43B64E32BD}" type="sibTrans" cxnId="{AB865E5D-2D7C-4639-BA99-53FAA87A5187}">
      <dgm:prSet/>
      <dgm:spPr/>
      <dgm:t>
        <a:bodyPr/>
        <a:lstStyle/>
        <a:p>
          <a:endParaRPr lang="en-GB"/>
        </a:p>
      </dgm:t>
    </dgm:pt>
    <dgm:pt modelId="{074DCCA1-E795-4608-BA7E-91059FE83C98}">
      <dgm:prSet/>
      <dgm:spPr/>
      <dgm:t>
        <a:bodyPr/>
        <a:lstStyle/>
        <a:p>
          <a:r>
            <a:rPr lang="en-GB" dirty="0"/>
            <a:t>Electrical</a:t>
          </a:r>
        </a:p>
      </dgm:t>
    </dgm:pt>
    <dgm:pt modelId="{1AE3C05D-A6B5-4484-BC50-7A8AD4E96530}" type="parTrans" cxnId="{7746D12F-6ADD-47B8-BE5C-AB72B224B5C9}">
      <dgm:prSet/>
      <dgm:spPr/>
      <dgm:t>
        <a:bodyPr/>
        <a:lstStyle/>
        <a:p>
          <a:endParaRPr lang="en-GB"/>
        </a:p>
      </dgm:t>
    </dgm:pt>
    <dgm:pt modelId="{CBB6D766-C8B2-4D92-81B8-860A89C78999}" type="sibTrans" cxnId="{7746D12F-6ADD-47B8-BE5C-AB72B224B5C9}">
      <dgm:prSet/>
      <dgm:spPr/>
      <dgm:t>
        <a:bodyPr/>
        <a:lstStyle/>
        <a:p>
          <a:endParaRPr lang="en-GB"/>
        </a:p>
      </dgm:t>
    </dgm:pt>
    <dgm:pt modelId="{549BC215-0BAB-43F5-87A9-34442E4C46EC}">
      <dgm:prSet/>
      <dgm:spPr/>
      <dgm:t>
        <a:bodyPr/>
        <a:lstStyle/>
        <a:p>
          <a:r>
            <a:rPr lang="en-GB" dirty="0"/>
            <a:t>Optical</a:t>
          </a:r>
        </a:p>
      </dgm:t>
    </dgm:pt>
    <dgm:pt modelId="{A303A2D2-02DA-4171-99BC-207CA217385D}" type="parTrans" cxnId="{0BB0A78A-E15F-445C-B313-5170F0658493}">
      <dgm:prSet/>
      <dgm:spPr/>
      <dgm:t>
        <a:bodyPr/>
        <a:lstStyle/>
        <a:p>
          <a:endParaRPr lang="en-GB"/>
        </a:p>
      </dgm:t>
    </dgm:pt>
    <dgm:pt modelId="{6553B39C-8E64-4744-A4AF-992D920469C2}" type="sibTrans" cxnId="{0BB0A78A-E15F-445C-B313-5170F0658493}">
      <dgm:prSet/>
      <dgm:spPr/>
      <dgm:t>
        <a:bodyPr/>
        <a:lstStyle/>
        <a:p>
          <a:endParaRPr lang="en-GB"/>
        </a:p>
      </dgm:t>
    </dgm:pt>
    <dgm:pt modelId="{243D2420-9028-4525-BDC8-38996CA74E2B}">
      <dgm:prSet/>
      <dgm:spPr/>
      <dgm:t>
        <a:bodyPr/>
        <a:lstStyle/>
        <a:p>
          <a:r>
            <a:rPr lang="en-GB" dirty="0"/>
            <a:t>Electrical</a:t>
          </a:r>
        </a:p>
      </dgm:t>
    </dgm:pt>
    <dgm:pt modelId="{DF865A5D-3A44-47A9-877B-75FBB5401424}" type="parTrans" cxnId="{D84D4A69-BBCD-4351-9588-0144CF0FC820}">
      <dgm:prSet/>
      <dgm:spPr/>
      <dgm:t>
        <a:bodyPr/>
        <a:lstStyle/>
        <a:p>
          <a:endParaRPr lang="en-GB"/>
        </a:p>
      </dgm:t>
    </dgm:pt>
    <dgm:pt modelId="{BA94E8F3-FEB0-4485-B064-359B2AA62FBE}" type="sibTrans" cxnId="{D84D4A69-BBCD-4351-9588-0144CF0FC820}">
      <dgm:prSet/>
      <dgm:spPr/>
      <dgm:t>
        <a:bodyPr/>
        <a:lstStyle/>
        <a:p>
          <a:endParaRPr lang="en-GB"/>
        </a:p>
      </dgm:t>
    </dgm:pt>
    <dgm:pt modelId="{4208A642-0D39-49F8-B5FD-F7F64182EBFB}">
      <dgm:prSet/>
      <dgm:spPr/>
      <dgm:t>
        <a:bodyPr/>
        <a:lstStyle/>
        <a:p>
          <a:r>
            <a:rPr lang="en-GB"/>
            <a:t>Insertion Loss</a:t>
          </a:r>
        </a:p>
      </dgm:t>
    </dgm:pt>
    <dgm:pt modelId="{3F304D1F-17F5-4DFA-AE69-9AF5F97F22A2}" type="parTrans" cxnId="{1D27AA32-8EBF-4632-B5CA-8E17BAD8ECD3}">
      <dgm:prSet/>
      <dgm:spPr/>
      <dgm:t>
        <a:bodyPr/>
        <a:lstStyle/>
        <a:p>
          <a:endParaRPr lang="en-GB"/>
        </a:p>
      </dgm:t>
    </dgm:pt>
    <dgm:pt modelId="{0E8E128C-8378-4968-8778-6301A2CB9935}" type="sibTrans" cxnId="{1D27AA32-8EBF-4632-B5CA-8E17BAD8ECD3}">
      <dgm:prSet/>
      <dgm:spPr/>
      <dgm:t>
        <a:bodyPr/>
        <a:lstStyle/>
        <a:p>
          <a:endParaRPr lang="en-GB"/>
        </a:p>
      </dgm:t>
    </dgm:pt>
    <dgm:pt modelId="{5F4F26DB-EC3E-44AD-B42F-30779BE122A7}">
      <dgm:prSet/>
      <dgm:spPr/>
      <dgm:t>
        <a:bodyPr/>
        <a:lstStyle/>
        <a:p>
          <a:r>
            <a:rPr lang="en-GB"/>
            <a:t>Propagation Loss</a:t>
          </a:r>
        </a:p>
      </dgm:t>
    </dgm:pt>
    <dgm:pt modelId="{BD875804-C6CD-4E51-A131-83D6E3D4DFD9}" type="parTrans" cxnId="{3FAFB6A6-A7E8-4E29-AF69-93BDFF81D8EC}">
      <dgm:prSet/>
      <dgm:spPr/>
      <dgm:t>
        <a:bodyPr/>
        <a:lstStyle/>
        <a:p>
          <a:endParaRPr lang="en-GB"/>
        </a:p>
      </dgm:t>
    </dgm:pt>
    <dgm:pt modelId="{D9920B0D-5736-4B89-AE1C-5FF173941F6C}" type="sibTrans" cxnId="{3FAFB6A6-A7E8-4E29-AF69-93BDFF81D8EC}">
      <dgm:prSet/>
      <dgm:spPr/>
      <dgm:t>
        <a:bodyPr/>
        <a:lstStyle/>
        <a:p>
          <a:endParaRPr lang="en-GB"/>
        </a:p>
      </dgm:t>
    </dgm:pt>
    <dgm:pt modelId="{BACA8275-DC0E-4BB0-ABE5-1DF8DF4FAFC9}">
      <dgm:prSet/>
      <dgm:spPr/>
      <dgm:t>
        <a:bodyPr/>
        <a:lstStyle/>
        <a:p>
          <a:r>
            <a:rPr lang="en-GB"/>
            <a:t>Fibre Arrays</a:t>
          </a:r>
        </a:p>
      </dgm:t>
    </dgm:pt>
    <dgm:pt modelId="{F868E0FC-F688-4B6F-BB65-7CB5D90C1AAF}" type="parTrans" cxnId="{51F60626-8566-4BB2-AD41-447B63E101E1}">
      <dgm:prSet/>
      <dgm:spPr/>
      <dgm:t>
        <a:bodyPr/>
        <a:lstStyle/>
        <a:p>
          <a:endParaRPr lang="en-GB"/>
        </a:p>
      </dgm:t>
    </dgm:pt>
    <dgm:pt modelId="{CFE81323-BF71-4FE4-ABE4-11ACCD4E7846}" type="sibTrans" cxnId="{51F60626-8566-4BB2-AD41-447B63E101E1}">
      <dgm:prSet/>
      <dgm:spPr/>
      <dgm:t>
        <a:bodyPr/>
        <a:lstStyle/>
        <a:p>
          <a:endParaRPr lang="en-GB"/>
        </a:p>
      </dgm:t>
    </dgm:pt>
    <dgm:pt modelId="{6BDE7952-4011-4A27-8356-3DCA294F7BC0}">
      <dgm:prSet/>
      <dgm:spPr/>
      <dgm:t>
        <a:bodyPr/>
        <a:lstStyle/>
        <a:p>
          <a:r>
            <a:rPr lang="en-GB" dirty="0"/>
            <a:t>Edge Coupling</a:t>
          </a:r>
        </a:p>
      </dgm:t>
    </dgm:pt>
    <dgm:pt modelId="{BA09F10D-BCDF-4BE6-B464-003A21AB7076}" type="parTrans" cxnId="{693FDB3A-7F3A-43B3-ABD3-BA2E7A857F92}">
      <dgm:prSet/>
      <dgm:spPr/>
      <dgm:t>
        <a:bodyPr/>
        <a:lstStyle/>
        <a:p>
          <a:endParaRPr lang="en-GB"/>
        </a:p>
      </dgm:t>
    </dgm:pt>
    <dgm:pt modelId="{FC2B155F-52D0-42AA-8DCC-6CD7ED10C494}" type="sibTrans" cxnId="{693FDB3A-7F3A-43B3-ABD3-BA2E7A857F92}">
      <dgm:prSet/>
      <dgm:spPr/>
      <dgm:t>
        <a:bodyPr/>
        <a:lstStyle/>
        <a:p>
          <a:endParaRPr lang="en-GB"/>
        </a:p>
      </dgm:t>
    </dgm:pt>
    <dgm:pt modelId="{A2564FE1-5A7A-46E1-B680-4844D5A6BA4B}">
      <dgm:prSet/>
      <dgm:spPr/>
      <dgm:t>
        <a:bodyPr/>
        <a:lstStyle/>
        <a:p>
          <a:r>
            <a:rPr lang="en-GB" dirty="0"/>
            <a:t>C-band, O-band, Mid-IR</a:t>
          </a:r>
        </a:p>
      </dgm:t>
    </dgm:pt>
    <dgm:pt modelId="{BCB52B82-D75D-4CDF-AE71-A1CC615B242D}" type="parTrans" cxnId="{6B674361-1967-45A9-8B2A-20D0F0CEC80F}">
      <dgm:prSet/>
      <dgm:spPr/>
      <dgm:t>
        <a:bodyPr/>
        <a:lstStyle/>
        <a:p>
          <a:endParaRPr lang="en-GB"/>
        </a:p>
      </dgm:t>
    </dgm:pt>
    <dgm:pt modelId="{322E6DAA-2355-4516-B13F-62BED16E1DB6}" type="sibTrans" cxnId="{6B674361-1967-45A9-8B2A-20D0F0CEC80F}">
      <dgm:prSet/>
      <dgm:spPr/>
      <dgm:t>
        <a:bodyPr/>
        <a:lstStyle/>
        <a:p>
          <a:endParaRPr lang="en-GB"/>
        </a:p>
      </dgm:t>
    </dgm:pt>
    <dgm:pt modelId="{5D09D446-77DC-4A60-9FA6-7BF6D5DA94DF}">
      <dgm:prSet/>
      <dgm:spPr/>
      <dgm:t>
        <a:bodyPr/>
        <a:lstStyle/>
        <a:p>
          <a:r>
            <a:rPr lang="en-GB" dirty="0"/>
            <a:t>MZI Heater Performance</a:t>
          </a:r>
        </a:p>
      </dgm:t>
    </dgm:pt>
    <dgm:pt modelId="{1572F43A-2F2A-411F-88C2-ACB2144C2FEA}" type="parTrans" cxnId="{BA513D9C-717B-4BAE-964A-08F8D4B5FB3C}">
      <dgm:prSet/>
      <dgm:spPr/>
      <dgm:t>
        <a:bodyPr/>
        <a:lstStyle/>
        <a:p>
          <a:endParaRPr lang="en-GB"/>
        </a:p>
      </dgm:t>
    </dgm:pt>
    <dgm:pt modelId="{29A95B5C-ACC7-4250-812F-512518CA8703}" type="sibTrans" cxnId="{BA513D9C-717B-4BAE-964A-08F8D4B5FB3C}">
      <dgm:prSet/>
      <dgm:spPr/>
      <dgm:t>
        <a:bodyPr/>
        <a:lstStyle/>
        <a:p>
          <a:endParaRPr lang="en-GB"/>
        </a:p>
      </dgm:t>
    </dgm:pt>
    <dgm:pt modelId="{F11EE848-1080-4F51-9C76-9700FD9DAC06}">
      <dgm:prSet/>
      <dgm:spPr/>
      <dgm:t>
        <a:bodyPr/>
        <a:lstStyle/>
        <a:p>
          <a:r>
            <a:rPr lang="en-GB" dirty="0"/>
            <a:t>Heater Resistance</a:t>
          </a:r>
        </a:p>
      </dgm:t>
    </dgm:pt>
    <dgm:pt modelId="{33D6375A-B12A-45BA-A002-E6C001962E4B}" type="parTrans" cxnId="{C7420737-7D92-4308-843A-311451F5AC74}">
      <dgm:prSet/>
      <dgm:spPr/>
      <dgm:t>
        <a:bodyPr/>
        <a:lstStyle/>
        <a:p>
          <a:endParaRPr lang="en-GB"/>
        </a:p>
      </dgm:t>
    </dgm:pt>
    <dgm:pt modelId="{C9396409-4EB5-4C91-BFB4-42B1D80DC551}" type="sibTrans" cxnId="{C7420737-7D92-4308-843A-311451F5AC74}">
      <dgm:prSet/>
      <dgm:spPr/>
      <dgm:t>
        <a:bodyPr/>
        <a:lstStyle/>
        <a:p>
          <a:endParaRPr lang="en-GB"/>
        </a:p>
      </dgm:t>
    </dgm:pt>
    <dgm:pt modelId="{AD3AB439-9D3F-469B-9E06-8B1BEC7653C7}">
      <dgm:prSet/>
      <dgm:spPr/>
      <dgm:t>
        <a:bodyPr/>
        <a:lstStyle/>
        <a:p>
          <a:r>
            <a:rPr lang="en-GB"/>
            <a:t>Photodetectors</a:t>
          </a:r>
        </a:p>
      </dgm:t>
    </dgm:pt>
    <dgm:pt modelId="{03898760-68CC-47E3-8677-BDBC73F961D5}" type="parTrans" cxnId="{2B645138-B736-4BE5-A98C-0634F600690E}">
      <dgm:prSet/>
      <dgm:spPr/>
      <dgm:t>
        <a:bodyPr/>
        <a:lstStyle/>
        <a:p>
          <a:endParaRPr lang="en-GB"/>
        </a:p>
      </dgm:t>
    </dgm:pt>
    <dgm:pt modelId="{38700319-BDB1-4268-AD62-21CC1BA62D5D}" type="sibTrans" cxnId="{2B645138-B736-4BE5-A98C-0634F600690E}">
      <dgm:prSet/>
      <dgm:spPr/>
      <dgm:t>
        <a:bodyPr/>
        <a:lstStyle/>
        <a:p>
          <a:endParaRPr lang="en-GB"/>
        </a:p>
      </dgm:t>
    </dgm:pt>
    <dgm:pt modelId="{0731C503-C976-48C9-B104-81F7D7068892}">
      <dgm:prSet/>
      <dgm:spPr/>
      <dgm:t>
        <a:bodyPr/>
        <a:lstStyle/>
        <a:p>
          <a:r>
            <a:rPr lang="en-GB"/>
            <a:t>Insertion Loss</a:t>
          </a:r>
        </a:p>
      </dgm:t>
    </dgm:pt>
    <dgm:pt modelId="{09C3F805-893B-4D49-BF1A-98492E83F8A0}" type="parTrans" cxnId="{74E2B37E-4659-4F2B-BFEA-FE6F7333D4D0}">
      <dgm:prSet/>
      <dgm:spPr/>
      <dgm:t>
        <a:bodyPr/>
        <a:lstStyle/>
        <a:p>
          <a:endParaRPr lang="en-GB"/>
        </a:p>
      </dgm:t>
    </dgm:pt>
    <dgm:pt modelId="{2476F467-BD1E-45F0-B08C-06843F38252D}" type="sibTrans" cxnId="{74E2B37E-4659-4F2B-BFEA-FE6F7333D4D0}">
      <dgm:prSet/>
      <dgm:spPr/>
      <dgm:t>
        <a:bodyPr/>
        <a:lstStyle/>
        <a:p>
          <a:endParaRPr lang="en-GB"/>
        </a:p>
      </dgm:t>
    </dgm:pt>
    <dgm:pt modelId="{01AC414A-B877-42CA-945A-3C4AF75A8643}">
      <dgm:prSet/>
      <dgm:spPr/>
      <dgm:t>
        <a:bodyPr/>
        <a:lstStyle/>
        <a:p>
          <a:r>
            <a:rPr lang="en-GB"/>
            <a:t>Propagation Loss</a:t>
          </a:r>
        </a:p>
      </dgm:t>
    </dgm:pt>
    <dgm:pt modelId="{1A63D413-DE9C-4ACF-8B55-1DA6A573CE1E}" type="parTrans" cxnId="{3EC31049-9E2D-43C9-800E-DF1B46AC9363}">
      <dgm:prSet/>
      <dgm:spPr/>
      <dgm:t>
        <a:bodyPr/>
        <a:lstStyle/>
        <a:p>
          <a:endParaRPr lang="en-GB"/>
        </a:p>
      </dgm:t>
    </dgm:pt>
    <dgm:pt modelId="{F9576D87-7EED-4A81-A7B3-C6B2FD80E27C}" type="sibTrans" cxnId="{3EC31049-9E2D-43C9-800E-DF1B46AC9363}">
      <dgm:prSet/>
      <dgm:spPr/>
      <dgm:t>
        <a:bodyPr/>
        <a:lstStyle/>
        <a:p>
          <a:endParaRPr lang="en-GB"/>
        </a:p>
      </dgm:t>
    </dgm:pt>
    <dgm:pt modelId="{3DBD9582-D04B-49B4-A3C4-1FAE58102798}">
      <dgm:prSet/>
      <dgm:spPr/>
      <dgm:t>
        <a:bodyPr/>
        <a:lstStyle/>
        <a:p>
          <a:r>
            <a:rPr lang="en-GB"/>
            <a:t>MZI Heater Performance (work in progress)</a:t>
          </a:r>
        </a:p>
      </dgm:t>
    </dgm:pt>
    <dgm:pt modelId="{32BF930A-2AC9-43CE-B7B8-FD8CA97A9C13}" type="parTrans" cxnId="{48A47045-4B37-4D3A-ADD7-132FA95E8446}">
      <dgm:prSet/>
      <dgm:spPr/>
      <dgm:t>
        <a:bodyPr/>
        <a:lstStyle/>
        <a:p>
          <a:endParaRPr lang="en-GB"/>
        </a:p>
      </dgm:t>
    </dgm:pt>
    <dgm:pt modelId="{08215E98-FEF0-4B0D-833A-EB7BDB6D5DD7}" type="sibTrans" cxnId="{48A47045-4B37-4D3A-ADD7-132FA95E8446}">
      <dgm:prSet/>
      <dgm:spPr/>
      <dgm:t>
        <a:bodyPr/>
        <a:lstStyle/>
        <a:p>
          <a:endParaRPr lang="en-GB"/>
        </a:p>
      </dgm:t>
    </dgm:pt>
    <dgm:pt modelId="{0AFE0B47-5550-48B9-888D-DECB60AA64CB}" type="pres">
      <dgm:prSet presAssocID="{33493132-89C6-4CD6-982E-7E9418963852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5A11C9A9-8806-44F4-8380-03BEDBD66CB1}" type="pres">
      <dgm:prSet presAssocID="{14697DC1-D540-4312-BD42-6E1E2BDCAF00}" presName="root1" presStyleCnt="0"/>
      <dgm:spPr/>
    </dgm:pt>
    <dgm:pt modelId="{DE6E9052-8596-4C56-B544-B0F63D8EF960}" type="pres">
      <dgm:prSet presAssocID="{14697DC1-D540-4312-BD42-6E1E2BDCAF00}" presName="LevelOneTextNode" presStyleLbl="node0" presStyleIdx="0" presStyleCnt="1">
        <dgm:presLayoutVars>
          <dgm:chPref val="3"/>
        </dgm:presLayoutVars>
      </dgm:prSet>
      <dgm:spPr/>
    </dgm:pt>
    <dgm:pt modelId="{5ECE6140-0D82-4CE0-B7A3-B53C1617A391}" type="pres">
      <dgm:prSet presAssocID="{14697DC1-D540-4312-BD42-6E1E2BDCAF00}" presName="level2hierChild" presStyleCnt="0"/>
      <dgm:spPr/>
    </dgm:pt>
    <dgm:pt modelId="{1D4A9DF3-028B-4158-BF02-68D6FD7B07A7}" type="pres">
      <dgm:prSet presAssocID="{CF91F5B9-2F02-4C76-AD2B-F65F742C019B}" presName="conn2-1" presStyleLbl="parChTrans1D2" presStyleIdx="0" presStyleCnt="2"/>
      <dgm:spPr/>
    </dgm:pt>
    <dgm:pt modelId="{E94C0FC5-2241-48A6-A2F5-4D45C12FAD95}" type="pres">
      <dgm:prSet presAssocID="{CF91F5B9-2F02-4C76-AD2B-F65F742C019B}" presName="connTx" presStyleLbl="parChTrans1D2" presStyleIdx="0" presStyleCnt="2"/>
      <dgm:spPr/>
    </dgm:pt>
    <dgm:pt modelId="{8AB67747-6D7B-4BA2-B9AB-E358492D7879}" type="pres">
      <dgm:prSet presAssocID="{67DDA99C-5DBD-409A-9CF4-2E9E3453BDCF}" presName="root2" presStyleCnt="0"/>
      <dgm:spPr/>
    </dgm:pt>
    <dgm:pt modelId="{FD46BA31-2519-4440-AAC1-8265688CC310}" type="pres">
      <dgm:prSet presAssocID="{67DDA99C-5DBD-409A-9CF4-2E9E3453BDCF}" presName="LevelTwoTextNode" presStyleLbl="node2" presStyleIdx="0" presStyleCnt="2">
        <dgm:presLayoutVars>
          <dgm:chPref val="3"/>
        </dgm:presLayoutVars>
      </dgm:prSet>
      <dgm:spPr/>
    </dgm:pt>
    <dgm:pt modelId="{5964E814-5B72-40D7-8624-6582C9C0F3BE}" type="pres">
      <dgm:prSet presAssocID="{67DDA99C-5DBD-409A-9CF4-2E9E3453BDCF}" presName="level3hierChild" presStyleCnt="0"/>
      <dgm:spPr/>
    </dgm:pt>
    <dgm:pt modelId="{AFB4AA74-56C9-4229-B63D-88B4002E17D5}" type="pres">
      <dgm:prSet presAssocID="{CB7A1EB4-153E-45EB-8EF3-AE8166BE5D3B}" presName="conn2-1" presStyleLbl="parChTrans1D3" presStyleIdx="0" presStyleCnt="4"/>
      <dgm:spPr/>
    </dgm:pt>
    <dgm:pt modelId="{8519F2B9-C77D-4AE3-9406-5F9280A8C78F}" type="pres">
      <dgm:prSet presAssocID="{CB7A1EB4-153E-45EB-8EF3-AE8166BE5D3B}" presName="connTx" presStyleLbl="parChTrans1D3" presStyleIdx="0" presStyleCnt="4"/>
      <dgm:spPr/>
    </dgm:pt>
    <dgm:pt modelId="{E32AB59C-6724-4B23-92E9-C9F4C7854772}" type="pres">
      <dgm:prSet presAssocID="{3D86AAAF-4F4E-4BA5-AB91-16C7FA41EB6E}" presName="root2" presStyleCnt="0"/>
      <dgm:spPr/>
    </dgm:pt>
    <dgm:pt modelId="{B81B261D-6CA8-445D-B203-897AC0DF21ED}" type="pres">
      <dgm:prSet presAssocID="{3D86AAAF-4F4E-4BA5-AB91-16C7FA41EB6E}" presName="LevelTwoTextNode" presStyleLbl="node3" presStyleIdx="0" presStyleCnt="4">
        <dgm:presLayoutVars>
          <dgm:chPref val="3"/>
        </dgm:presLayoutVars>
      </dgm:prSet>
      <dgm:spPr/>
    </dgm:pt>
    <dgm:pt modelId="{2E0C3048-3ABB-44B5-92FF-F358A3C2F47E}" type="pres">
      <dgm:prSet presAssocID="{3D86AAAF-4F4E-4BA5-AB91-16C7FA41EB6E}" presName="level3hierChild" presStyleCnt="0"/>
      <dgm:spPr/>
    </dgm:pt>
    <dgm:pt modelId="{92B3DC66-06FE-4A0C-A578-4D4D80B3B010}" type="pres">
      <dgm:prSet presAssocID="{3F304D1F-17F5-4DFA-AE69-9AF5F97F22A2}" presName="conn2-1" presStyleLbl="parChTrans1D4" presStyleIdx="0" presStyleCnt="11"/>
      <dgm:spPr/>
    </dgm:pt>
    <dgm:pt modelId="{DECC517A-B31E-4841-A5D3-ED7E4FB65D88}" type="pres">
      <dgm:prSet presAssocID="{3F304D1F-17F5-4DFA-AE69-9AF5F97F22A2}" presName="connTx" presStyleLbl="parChTrans1D4" presStyleIdx="0" presStyleCnt="11"/>
      <dgm:spPr/>
    </dgm:pt>
    <dgm:pt modelId="{F1B9D655-A850-49E9-9EB3-3282465E68E0}" type="pres">
      <dgm:prSet presAssocID="{4208A642-0D39-49F8-B5FD-F7F64182EBFB}" presName="root2" presStyleCnt="0"/>
      <dgm:spPr/>
    </dgm:pt>
    <dgm:pt modelId="{F4ED4B3E-DF22-4942-BBB3-9A01E95664BB}" type="pres">
      <dgm:prSet presAssocID="{4208A642-0D39-49F8-B5FD-F7F64182EBFB}" presName="LevelTwoTextNode" presStyleLbl="node4" presStyleIdx="0" presStyleCnt="11">
        <dgm:presLayoutVars>
          <dgm:chPref val="3"/>
        </dgm:presLayoutVars>
      </dgm:prSet>
      <dgm:spPr/>
    </dgm:pt>
    <dgm:pt modelId="{860ABB17-CB00-4E3B-BB31-050B5EF325CA}" type="pres">
      <dgm:prSet presAssocID="{4208A642-0D39-49F8-B5FD-F7F64182EBFB}" presName="level3hierChild" presStyleCnt="0"/>
      <dgm:spPr/>
    </dgm:pt>
    <dgm:pt modelId="{1EF69011-5019-46A3-9D68-B0BDE32119DD}" type="pres">
      <dgm:prSet presAssocID="{BD875804-C6CD-4E51-A131-83D6E3D4DFD9}" presName="conn2-1" presStyleLbl="parChTrans1D4" presStyleIdx="1" presStyleCnt="11"/>
      <dgm:spPr/>
    </dgm:pt>
    <dgm:pt modelId="{9BE9BE02-0F04-4464-9314-5D1C181D4AE2}" type="pres">
      <dgm:prSet presAssocID="{BD875804-C6CD-4E51-A131-83D6E3D4DFD9}" presName="connTx" presStyleLbl="parChTrans1D4" presStyleIdx="1" presStyleCnt="11"/>
      <dgm:spPr/>
    </dgm:pt>
    <dgm:pt modelId="{DC6D2AEF-A6F7-4577-80DF-F5AA18ED82A5}" type="pres">
      <dgm:prSet presAssocID="{5F4F26DB-EC3E-44AD-B42F-30779BE122A7}" presName="root2" presStyleCnt="0"/>
      <dgm:spPr/>
    </dgm:pt>
    <dgm:pt modelId="{C4F95430-0974-468E-BA74-02BAABE731B1}" type="pres">
      <dgm:prSet presAssocID="{5F4F26DB-EC3E-44AD-B42F-30779BE122A7}" presName="LevelTwoTextNode" presStyleLbl="node4" presStyleIdx="1" presStyleCnt="11">
        <dgm:presLayoutVars>
          <dgm:chPref val="3"/>
        </dgm:presLayoutVars>
      </dgm:prSet>
      <dgm:spPr/>
    </dgm:pt>
    <dgm:pt modelId="{0B26221D-0BC7-48C9-B263-DC6CB69E79AE}" type="pres">
      <dgm:prSet presAssocID="{5F4F26DB-EC3E-44AD-B42F-30779BE122A7}" presName="level3hierChild" presStyleCnt="0"/>
      <dgm:spPr/>
    </dgm:pt>
    <dgm:pt modelId="{95A8B82A-295D-4847-8AB6-1A40F1FC9ED3}" type="pres">
      <dgm:prSet presAssocID="{F868E0FC-F688-4B6F-BB65-7CB5D90C1AAF}" presName="conn2-1" presStyleLbl="parChTrans1D4" presStyleIdx="2" presStyleCnt="11"/>
      <dgm:spPr/>
    </dgm:pt>
    <dgm:pt modelId="{CD4AA421-A15D-427E-AA92-78C85EC38D95}" type="pres">
      <dgm:prSet presAssocID="{F868E0FC-F688-4B6F-BB65-7CB5D90C1AAF}" presName="connTx" presStyleLbl="parChTrans1D4" presStyleIdx="2" presStyleCnt="11"/>
      <dgm:spPr/>
    </dgm:pt>
    <dgm:pt modelId="{68029620-71CA-42D4-8C21-1EE7E35BF5C8}" type="pres">
      <dgm:prSet presAssocID="{BACA8275-DC0E-4BB0-ABE5-1DF8DF4FAFC9}" presName="root2" presStyleCnt="0"/>
      <dgm:spPr/>
    </dgm:pt>
    <dgm:pt modelId="{02528C95-AA8C-4BB7-AC74-8730C60F0D10}" type="pres">
      <dgm:prSet presAssocID="{BACA8275-DC0E-4BB0-ABE5-1DF8DF4FAFC9}" presName="LevelTwoTextNode" presStyleLbl="node4" presStyleIdx="2" presStyleCnt="11">
        <dgm:presLayoutVars>
          <dgm:chPref val="3"/>
        </dgm:presLayoutVars>
      </dgm:prSet>
      <dgm:spPr/>
    </dgm:pt>
    <dgm:pt modelId="{3415A0E3-7D89-461A-879F-65CE342D1E2A}" type="pres">
      <dgm:prSet presAssocID="{BACA8275-DC0E-4BB0-ABE5-1DF8DF4FAFC9}" presName="level3hierChild" presStyleCnt="0"/>
      <dgm:spPr/>
    </dgm:pt>
    <dgm:pt modelId="{6CEF7D2D-DEDA-470F-A811-5340A71BEC72}" type="pres">
      <dgm:prSet presAssocID="{BA09F10D-BCDF-4BE6-B464-003A21AB7076}" presName="conn2-1" presStyleLbl="parChTrans1D4" presStyleIdx="3" presStyleCnt="11"/>
      <dgm:spPr/>
    </dgm:pt>
    <dgm:pt modelId="{F1B6D4DC-018B-44DF-8C82-8F31294F2810}" type="pres">
      <dgm:prSet presAssocID="{BA09F10D-BCDF-4BE6-B464-003A21AB7076}" presName="connTx" presStyleLbl="parChTrans1D4" presStyleIdx="3" presStyleCnt="11"/>
      <dgm:spPr/>
    </dgm:pt>
    <dgm:pt modelId="{B042A307-306D-430A-A69C-066C6D248046}" type="pres">
      <dgm:prSet presAssocID="{6BDE7952-4011-4A27-8356-3DCA294F7BC0}" presName="root2" presStyleCnt="0"/>
      <dgm:spPr/>
    </dgm:pt>
    <dgm:pt modelId="{C83A8130-B5E5-4D53-97F9-443B7A5B6189}" type="pres">
      <dgm:prSet presAssocID="{6BDE7952-4011-4A27-8356-3DCA294F7BC0}" presName="LevelTwoTextNode" presStyleLbl="node4" presStyleIdx="3" presStyleCnt="11">
        <dgm:presLayoutVars>
          <dgm:chPref val="3"/>
        </dgm:presLayoutVars>
      </dgm:prSet>
      <dgm:spPr/>
    </dgm:pt>
    <dgm:pt modelId="{D78A255B-2771-4D73-9E40-A72EE6A1DE3B}" type="pres">
      <dgm:prSet presAssocID="{6BDE7952-4011-4A27-8356-3DCA294F7BC0}" presName="level3hierChild" presStyleCnt="0"/>
      <dgm:spPr/>
    </dgm:pt>
    <dgm:pt modelId="{60ECBEA6-58CC-40B2-AB62-0C6DA9B9FB4E}" type="pres">
      <dgm:prSet presAssocID="{BCB52B82-D75D-4CDF-AE71-A1CC615B242D}" presName="conn2-1" presStyleLbl="parChTrans1D4" presStyleIdx="4" presStyleCnt="11"/>
      <dgm:spPr/>
    </dgm:pt>
    <dgm:pt modelId="{70561AAC-5216-405F-9146-8E783EF041FA}" type="pres">
      <dgm:prSet presAssocID="{BCB52B82-D75D-4CDF-AE71-A1CC615B242D}" presName="connTx" presStyleLbl="parChTrans1D4" presStyleIdx="4" presStyleCnt="11"/>
      <dgm:spPr/>
    </dgm:pt>
    <dgm:pt modelId="{4EB7BE73-ED53-46C2-848D-E5447231BDD9}" type="pres">
      <dgm:prSet presAssocID="{A2564FE1-5A7A-46E1-B680-4844D5A6BA4B}" presName="root2" presStyleCnt="0"/>
      <dgm:spPr/>
    </dgm:pt>
    <dgm:pt modelId="{1B5D2149-AC5D-4A98-8C8C-40DB097A98A7}" type="pres">
      <dgm:prSet presAssocID="{A2564FE1-5A7A-46E1-B680-4844D5A6BA4B}" presName="LevelTwoTextNode" presStyleLbl="node4" presStyleIdx="4" presStyleCnt="11">
        <dgm:presLayoutVars>
          <dgm:chPref val="3"/>
        </dgm:presLayoutVars>
      </dgm:prSet>
      <dgm:spPr/>
    </dgm:pt>
    <dgm:pt modelId="{ADE2FD82-5232-467F-BA3C-9A7C6CDE2046}" type="pres">
      <dgm:prSet presAssocID="{A2564FE1-5A7A-46E1-B680-4844D5A6BA4B}" presName="level3hierChild" presStyleCnt="0"/>
      <dgm:spPr/>
    </dgm:pt>
    <dgm:pt modelId="{75B19883-DEBE-4E55-A92B-F06873912A41}" type="pres">
      <dgm:prSet presAssocID="{1AE3C05D-A6B5-4484-BC50-7A8AD4E96530}" presName="conn2-1" presStyleLbl="parChTrans1D3" presStyleIdx="1" presStyleCnt="4"/>
      <dgm:spPr/>
    </dgm:pt>
    <dgm:pt modelId="{EDFAA4E7-4214-43EB-8D3D-7A9785A3967A}" type="pres">
      <dgm:prSet presAssocID="{1AE3C05D-A6B5-4484-BC50-7A8AD4E96530}" presName="connTx" presStyleLbl="parChTrans1D3" presStyleIdx="1" presStyleCnt="4"/>
      <dgm:spPr/>
    </dgm:pt>
    <dgm:pt modelId="{C532EA88-0E83-4654-BB75-2E1E84484AF6}" type="pres">
      <dgm:prSet presAssocID="{074DCCA1-E795-4608-BA7E-91059FE83C98}" presName="root2" presStyleCnt="0"/>
      <dgm:spPr/>
    </dgm:pt>
    <dgm:pt modelId="{7189BB54-32E1-4B4A-BD9B-6D25B8C09C59}" type="pres">
      <dgm:prSet presAssocID="{074DCCA1-E795-4608-BA7E-91059FE83C98}" presName="LevelTwoTextNode" presStyleLbl="node3" presStyleIdx="1" presStyleCnt="4">
        <dgm:presLayoutVars>
          <dgm:chPref val="3"/>
        </dgm:presLayoutVars>
      </dgm:prSet>
      <dgm:spPr/>
    </dgm:pt>
    <dgm:pt modelId="{FF17F9D4-E610-4CAF-A73A-BEA766F6BCF9}" type="pres">
      <dgm:prSet presAssocID="{074DCCA1-E795-4608-BA7E-91059FE83C98}" presName="level3hierChild" presStyleCnt="0"/>
      <dgm:spPr/>
    </dgm:pt>
    <dgm:pt modelId="{5E2AD941-95E8-458F-8145-D0D57F5018CF}" type="pres">
      <dgm:prSet presAssocID="{1572F43A-2F2A-411F-88C2-ACB2144C2FEA}" presName="conn2-1" presStyleLbl="parChTrans1D4" presStyleIdx="5" presStyleCnt="11"/>
      <dgm:spPr/>
    </dgm:pt>
    <dgm:pt modelId="{9F3E0C27-4E4A-477F-8CFD-4593C0AA7676}" type="pres">
      <dgm:prSet presAssocID="{1572F43A-2F2A-411F-88C2-ACB2144C2FEA}" presName="connTx" presStyleLbl="parChTrans1D4" presStyleIdx="5" presStyleCnt="11"/>
      <dgm:spPr/>
    </dgm:pt>
    <dgm:pt modelId="{C6DC5BC8-883B-4A62-927A-AF309F0BABE0}" type="pres">
      <dgm:prSet presAssocID="{5D09D446-77DC-4A60-9FA6-7BF6D5DA94DF}" presName="root2" presStyleCnt="0"/>
      <dgm:spPr/>
    </dgm:pt>
    <dgm:pt modelId="{D72B71BC-236B-44E2-A129-90C16C0F4A85}" type="pres">
      <dgm:prSet presAssocID="{5D09D446-77DC-4A60-9FA6-7BF6D5DA94DF}" presName="LevelTwoTextNode" presStyleLbl="node4" presStyleIdx="5" presStyleCnt="11">
        <dgm:presLayoutVars>
          <dgm:chPref val="3"/>
        </dgm:presLayoutVars>
      </dgm:prSet>
      <dgm:spPr/>
    </dgm:pt>
    <dgm:pt modelId="{869EF7D1-FBCB-4A5B-A1A6-62B0756771EB}" type="pres">
      <dgm:prSet presAssocID="{5D09D446-77DC-4A60-9FA6-7BF6D5DA94DF}" presName="level3hierChild" presStyleCnt="0"/>
      <dgm:spPr/>
    </dgm:pt>
    <dgm:pt modelId="{D177C342-DD75-442A-BCC1-48DE97EE5011}" type="pres">
      <dgm:prSet presAssocID="{33D6375A-B12A-45BA-A002-E6C001962E4B}" presName="conn2-1" presStyleLbl="parChTrans1D4" presStyleIdx="6" presStyleCnt="11"/>
      <dgm:spPr/>
    </dgm:pt>
    <dgm:pt modelId="{D3117D16-6EAC-4C6D-9244-CF1906CD8951}" type="pres">
      <dgm:prSet presAssocID="{33D6375A-B12A-45BA-A002-E6C001962E4B}" presName="connTx" presStyleLbl="parChTrans1D4" presStyleIdx="6" presStyleCnt="11"/>
      <dgm:spPr/>
    </dgm:pt>
    <dgm:pt modelId="{58F197B3-14E0-492F-B867-81F2D413435D}" type="pres">
      <dgm:prSet presAssocID="{F11EE848-1080-4F51-9C76-9700FD9DAC06}" presName="root2" presStyleCnt="0"/>
      <dgm:spPr/>
    </dgm:pt>
    <dgm:pt modelId="{070657AD-8ECB-4D48-9263-C3B1B3B77934}" type="pres">
      <dgm:prSet presAssocID="{F11EE848-1080-4F51-9C76-9700FD9DAC06}" presName="LevelTwoTextNode" presStyleLbl="node4" presStyleIdx="6" presStyleCnt="11">
        <dgm:presLayoutVars>
          <dgm:chPref val="3"/>
        </dgm:presLayoutVars>
      </dgm:prSet>
      <dgm:spPr/>
    </dgm:pt>
    <dgm:pt modelId="{22422ED3-5E17-4610-9057-5272A0C63A26}" type="pres">
      <dgm:prSet presAssocID="{F11EE848-1080-4F51-9C76-9700FD9DAC06}" presName="level3hierChild" presStyleCnt="0"/>
      <dgm:spPr/>
    </dgm:pt>
    <dgm:pt modelId="{4C1CD91C-A431-400A-B13E-CD9A975859C2}" type="pres">
      <dgm:prSet presAssocID="{03898760-68CC-47E3-8677-BDBC73F961D5}" presName="conn2-1" presStyleLbl="parChTrans1D4" presStyleIdx="7" presStyleCnt="11"/>
      <dgm:spPr/>
    </dgm:pt>
    <dgm:pt modelId="{47E2D71D-2DF3-4522-BC94-BA686EA22F55}" type="pres">
      <dgm:prSet presAssocID="{03898760-68CC-47E3-8677-BDBC73F961D5}" presName="connTx" presStyleLbl="parChTrans1D4" presStyleIdx="7" presStyleCnt="11"/>
      <dgm:spPr/>
    </dgm:pt>
    <dgm:pt modelId="{BEF8A0E6-7D85-41AC-8FCF-BE8E49328B88}" type="pres">
      <dgm:prSet presAssocID="{AD3AB439-9D3F-469B-9E06-8B1BEC7653C7}" presName="root2" presStyleCnt="0"/>
      <dgm:spPr/>
    </dgm:pt>
    <dgm:pt modelId="{AD35E914-60C0-48B6-AAC9-9E582183B710}" type="pres">
      <dgm:prSet presAssocID="{AD3AB439-9D3F-469B-9E06-8B1BEC7653C7}" presName="LevelTwoTextNode" presStyleLbl="node4" presStyleIdx="7" presStyleCnt="11">
        <dgm:presLayoutVars>
          <dgm:chPref val="3"/>
        </dgm:presLayoutVars>
      </dgm:prSet>
      <dgm:spPr/>
    </dgm:pt>
    <dgm:pt modelId="{E273E8CE-05CD-4AC6-9934-3226D576CB25}" type="pres">
      <dgm:prSet presAssocID="{AD3AB439-9D3F-469B-9E06-8B1BEC7653C7}" presName="level3hierChild" presStyleCnt="0"/>
      <dgm:spPr/>
    </dgm:pt>
    <dgm:pt modelId="{F4D31A91-B5BE-4ED1-9A9C-26ADEE38F536}" type="pres">
      <dgm:prSet presAssocID="{5506B486-7727-4957-8E9B-16BB14EE4FDC}" presName="conn2-1" presStyleLbl="parChTrans1D2" presStyleIdx="1" presStyleCnt="2"/>
      <dgm:spPr/>
    </dgm:pt>
    <dgm:pt modelId="{E8F3BF52-CCC5-44F7-ABA3-2355F78D44CC}" type="pres">
      <dgm:prSet presAssocID="{5506B486-7727-4957-8E9B-16BB14EE4FDC}" presName="connTx" presStyleLbl="parChTrans1D2" presStyleIdx="1" presStyleCnt="2"/>
      <dgm:spPr/>
    </dgm:pt>
    <dgm:pt modelId="{F2F36E4A-673A-418B-A16C-27E62BE89980}" type="pres">
      <dgm:prSet presAssocID="{C79B119E-2A8D-4C69-B669-90B645AA45DC}" presName="root2" presStyleCnt="0"/>
      <dgm:spPr/>
    </dgm:pt>
    <dgm:pt modelId="{FC35B2A7-F338-4DE6-9755-DADED9C84D61}" type="pres">
      <dgm:prSet presAssocID="{C79B119E-2A8D-4C69-B669-90B645AA45DC}" presName="LevelTwoTextNode" presStyleLbl="node2" presStyleIdx="1" presStyleCnt="2">
        <dgm:presLayoutVars>
          <dgm:chPref val="3"/>
        </dgm:presLayoutVars>
      </dgm:prSet>
      <dgm:spPr/>
    </dgm:pt>
    <dgm:pt modelId="{1A47881F-7259-49A2-8D94-1303B47AD06F}" type="pres">
      <dgm:prSet presAssocID="{C79B119E-2A8D-4C69-B669-90B645AA45DC}" presName="level3hierChild" presStyleCnt="0"/>
      <dgm:spPr/>
    </dgm:pt>
    <dgm:pt modelId="{F03B8659-8CFF-4AA6-B1BE-414F83BB2D0C}" type="pres">
      <dgm:prSet presAssocID="{A303A2D2-02DA-4171-99BC-207CA217385D}" presName="conn2-1" presStyleLbl="parChTrans1D3" presStyleIdx="2" presStyleCnt="4"/>
      <dgm:spPr/>
    </dgm:pt>
    <dgm:pt modelId="{CA07948A-7CCE-4DA4-98B2-B5C8967B9D63}" type="pres">
      <dgm:prSet presAssocID="{A303A2D2-02DA-4171-99BC-207CA217385D}" presName="connTx" presStyleLbl="parChTrans1D3" presStyleIdx="2" presStyleCnt="4"/>
      <dgm:spPr/>
    </dgm:pt>
    <dgm:pt modelId="{6DB3026C-0ECA-486B-A0B8-BCF69E0538B1}" type="pres">
      <dgm:prSet presAssocID="{549BC215-0BAB-43F5-87A9-34442E4C46EC}" presName="root2" presStyleCnt="0"/>
      <dgm:spPr/>
    </dgm:pt>
    <dgm:pt modelId="{68EA3051-A898-4000-AD70-36CDD778DF7E}" type="pres">
      <dgm:prSet presAssocID="{549BC215-0BAB-43F5-87A9-34442E4C46EC}" presName="LevelTwoTextNode" presStyleLbl="node3" presStyleIdx="2" presStyleCnt="4">
        <dgm:presLayoutVars>
          <dgm:chPref val="3"/>
        </dgm:presLayoutVars>
      </dgm:prSet>
      <dgm:spPr/>
    </dgm:pt>
    <dgm:pt modelId="{78C500CC-7400-41CE-A7B4-99401B790BDE}" type="pres">
      <dgm:prSet presAssocID="{549BC215-0BAB-43F5-87A9-34442E4C46EC}" presName="level3hierChild" presStyleCnt="0"/>
      <dgm:spPr/>
    </dgm:pt>
    <dgm:pt modelId="{7AC5B6E2-C01A-44D5-B787-FEB4680241E0}" type="pres">
      <dgm:prSet presAssocID="{09C3F805-893B-4D49-BF1A-98492E83F8A0}" presName="conn2-1" presStyleLbl="parChTrans1D4" presStyleIdx="8" presStyleCnt="11"/>
      <dgm:spPr/>
    </dgm:pt>
    <dgm:pt modelId="{E2F5E95D-2035-43B2-94B6-93CD1C88B39D}" type="pres">
      <dgm:prSet presAssocID="{09C3F805-893B-4D49-BF1A-98492E83F8A0}" presName="connTx" presStyleLbl="parChTrans1D4" presStyleIdx="8" presStyleCnt="11"/>
      <dgm:spPr/>
    </dgm:pt>
    <dgm:pt modelId="{905C4BE7-5D82-4AC8-8CE8-CCF9B701AEBC}" type="pres">
      <dgm:prSet presAssocID="{0731C503-C976-48C9-B104-81F7D7068892}" presName="root2" presStyleCnt="0"/>
      <dgm:spPr/>
    </dgm:pt>
    <dgm:pt modelId="{39161D57-31FD-4204-AF6F-DA114A5F2021}" type="pres">
      <dgm:prSet presAssocID="{0731C503-C976-48C9-B104-81F7D7068892}" presName="LevelTwoTextNode" presStyleLbl="node4" presStyleIdx="8" presStyleCnt="11">
        <dgm:presLayoutVars>
          <dgm:chPref val="3"/>
        </dgm:presLayoutVars>
      </dgm:prSet>
      <dgm:spPr/>
    </dgm:pt>
    <dgm:pt modelId="{3B6F8245-DD28-4B8B-A945-CBD4DCAE0D36}" type="pres">
      <dgm:prSet presAssocID="{0731C503-C976-48C9-B104-81F7D7068892}" presName="level3hierChild" presStyleCnt="0"/>
      <dgm:spPr/>
    </dgm:pt>
    <dgm:pt modelId="{9B0A54B4-F1A2-4CE3-B9A0-68B3EAA3AC18}" type="pres">
      <dgm:prSet presAssocID="{1A63D413-DE9C-4ACF-8B55-1DA6A573CE1E}" presName="conn2-1" presStyleLbl="parChTrans1D4" presStyleIdx="9" presStyleCnt="11"/>
      <dgm:spPr/>
    </dgm:pt>
    <dgm:pt modelId="{A0641F86-A6CB-42D6-BE52-C4B444892D70}" type="pres">
      <dgm:prSet presAssocID="{1A63D413-DE9C-4ACF-8B55-1DA6A573CE1E}" presName="connTx" presStyleLbl="parChTrans1D4" presStyleIdx="9" presStyleCnt="11"/>
      <dgm:spPr/>
    </dgm:pt>
    <dgm:pt modelId="{E40669EC-3C17-4C64-9C85-1ADE1FCA4866}" type="pres">
      <dgm:prSet presAssocID="{01AC414A-B877-42CA-945A-3C4AF75A8643}" presName="root2" presStyleCnt="0"/>
      <dgm:spPr/>
    </dgm:pt>
    <dgm:pt modelId="{F987481A-836F-4061-8308-24743D2F6A71}" type="pres">
      <dgm:prSet presAssocID="{01AC414A-B877-42CA-945A-3C4AF75A8643}" presName="LevelTwoTextNode" presStyleLbl="node4" presStyleIdx="9" presStyleCnt="11">
        <dgm:presLayoutVars>
          <dgm:chPref val="3"/>
        </dgm:presLayoutVars>
      </dgm:prSet>
      <dgm:spPr/>
    </dgm:pt>
    <dgm:pt modelId="{D6159ED0-6AD9-4BB6-B2E5-F354118183B3}" type="pres">
      <dgm:prSet presAssocID="{01AC414A-B877-42CA-945A-3C4AF75A8643}" presName="level3hierChild" presStyleCnt="0"/>
      <dgm:spPr/>
    </dgm:pt>
    <dgm:pt modelId="{4C6DFE1B-D5B1-4926-9FC2-ACF21E9C3CF9}" type="pres">
      <dgm:prSet presAssocID="{DF865A5D-3A44-47A9-877B-75FBB5401424}" presName="conn2-1" presStyleLbl="parChTrans1D3" presStyleIdx="3" presStyleCnt="4"/>
      <dgm:spPr/>
    </dgm:pt>
    <dgm:pt modelId="{9AF41270-2EB7-485F-9A07-BD364E358CA3}" type="pres">
      <dgm:prSet presAssocID="{DF865A5D-3A44-47A9-877B-75FBB5401424}" presName="connTx" presStyleLbl="parChTrans1D3" presStyleIdx="3" presStyleCnt="4"/>
      <dgm:spPr/>
    </dgm:pt>
    <dgm:pt modelId="{D892A330-8672-40C8-AB5D-ABBA37B53C9F}" type="pres">
      <dgm:prSet presAssocID="{243D2420-9028-4525-BDC8-38996CA74E2B}" presName="root2" presStyleCnt="0"/>
      <dgm:spPr/>
    </dgm:pt>
    <dgm:pt modelId="{6123A23A-84C2-49B6-BB4E-E9A345694B96}" type="pres">
      <dgm:prSet presAssocID="{243D2420-9028-4525-BDC8-38996CA74E2B}" presName="LevelTwoTextNode" presStyleLbl="node3" presStyleIdx="3" presStyleCnt="4">
        <dgm:presLayoutVars>
          <dgm:chPref val="3"/>
        </dgm:presLayoutVars>
      </dgm:prSet>
      <dgm:spPr/>
    </dgm:pt>
    <dgm:pt modelId="{DA8F4206-2684-4FFF-94EB-D6AC6C62DA68}" type="pres">
      <dgm:prSet presAssocID="{243D2420-9028-4525-BDC8-38996CA74E2B}" presName="level3hierChild" presStyleCnt="0"/>
      <dgm:spPr/>
    </dgm:pt>
    <dgm:pt modelId="{A5223325-C90D-48C2-9379-99B8127AF5AD}" type="pres">
      <dgm:prSet presAssocID="{32BF930A-2AC9-43CE-B7B8-FD8CA97A9C13}" presName="conn2-1" presStyleLbl="parChTrans1D4" presStyleIdx="10" presStyleCnt="11"/>
      <dgm:spPr/>
    </dgm:pt>
    <dgm:pt modelId="{6B72B0CB-F363-489A-BA23-DBA930C14D5D}" type="pres">
      <dgm:prSet presAssocID="{32BF930A-2AC9-43CE-B7B8-FD8CA97A9C13}" presName="connTx" presStyleLbl="parChTrans1D4" presStyleIdx="10" presStyleCnt="11"/>
      <dgm:spPr/>
    </dgm:pt>
    <dgm:pt modelId="{9AFED64F-B3C7-49EC-B8AB-F7D0E021222D}" type="pres">
      <dgm:prSet presAssocID="{3DBD9582-D04B-49B4-A3C4-1FAE58102798}" presName="root2" presStyleCnt="0"/>
      <dgm:spPr/>
    </dgm:pt>
    <dgm:pt modelId="{452506C1-0441-4102-A5B5-E7366FEE40D9}" type="pres">
      <dgm:prSet presAssocID="{3DBD9582-D04B-49B4-A3C4-1FAE58102798}" presName="LevelTwoTextNode" presStyleLbl="node4" presStyleIdx="10" presStyleCnt="11">
        <dgm:presLayoutVars>
          <dgm:chPref val="3"/>
        </dgm:presLayoutVars>
      </dgm:prSet>
      <dgm:spPr/>
    </dgm:pt>
    <dgm:pt modelId="{172D7FCB-2A48-466F-A91B-85B35C3CF46A}" type="pres">
      <dgm:prSet presAssocID="{3DBD9582-D04B-49B4-A3C4-1FAE58102798}" presName="level3hierChild" presStyleCnt="0"/>
      <dgm:spPr/>
    </dgm:pt>
  </dgm:ptLst>
  <dgm:cxnLst>
    <dgm:cxn modelId="{3DEAF001-7C04-4763-9565-30A87353BA6E}" type="presOf" srcId="{32BF930A-2AC9-43CE-B7B8-FD8CA97A9C13}" destId="{A5223325-C90D-48C2-9379-99B8127AF5AD}" srcOrd="0" destOrd="0" presId="urn:microsoft.com/office/officeart/2008/layout/HorizontalMultiLevelHierarchy"/>
    <dgm:cxn modelId="{B1F05E04-343A-47DF-919F-0373C68D7671}" type="presOf" srcId="{67DDA99C-5DBD-409A-9CF4-2E9E3453BDCF}" destId="{FD46BA31-2519-4440-AAC1-8265688CC310}" srcOrd="0" destOrd="0" presId="urn:microsoft.com/office/officeart/2008/layout/HorizontalMultiLevelHierarchy"/>
    <dgm:cxn modelId="{2B1E1006-EA30-4A76-8837-9C9C8E8D71D0}" type="presOf" srcId="{A303A2D2-02DA-4171-99BC-207CA217385D}" destId="{F03B8659-8CFF-4AA6-B1BE-414F83BB2D0C}" srcOrd="0" destOrd="0" presId="urn:microsoft.com/office/officeart/2008/layout/HorizontalMultiLevelHierarchy"/>
    <dgm:cxn modelId="{7CC36409-6B8B-4FF1-931B-780DF9CBB5BA}" srcId="{14697DC1-D540-4312-BD42-6E1E2BDCAF00}" destId="{C79B119E-2A8D-4C69-B669-90B645AA45DC}" srcOrd="1" destOrd="0" parTransId="{5506B486-7727-4957-8E9B-16BB14EE4FDC}" sibTransId="{BABB0F90-749D-4D6B-AE8A-DEF2003FF584}"/>
    <dgm:cxn modelId="{4EC3150A-0795-4BD0-B045-98CA9AC6B772}" type="presOf" srcId="{5506B486-7727-4957-8E9B-16BB14EE4FDC}" destId="{E8F3BF52-CCC5-44F7-ABA3-2355F78D44CC}" srcOrd="1" destOrd="0" presId="urn:microsoft.com/office/officeart/2008/layout/HorizontalMultiLevelHierarchy"/>
    <dgm:cxn modelId="{E5E6BD0A-BEAF-4BF5-8A45-19FDCF2D2FFB}" type="presOf" srcId="{03898760-68CC-47E3-8677-BDBC73F961D5}" destId="{4C1CD91C-A431-400A-B13E-CD9A975859C2}" srcOrd="0" destOrd="0" presId="urn:microsoft.com/office/officeart/2008/layout/HorizontalMultiLevelHierarchy"/>
    <dgm:cxn modelId="{60359C0C-BEF7-4ADE-A347-B36DCCB8B4FE}" type="presOf" srcId="{33D6375A-B12A-45BA-A002-E6C001962E4B}" destId="{D3117D16-6EAC-4C6D-9244-CF1906CD8951}" srcOrd="1" destOrd="0" presId="urn:microsoft.com/office/officeart/2008/layout/HorizontalMultiLevelHierarchy"/>
    <dgm:cxn modelId="{6730CA0D-F11E-455F-9BB5-D501CD709C27}" type="presOf" srcId="{4208A642-0D39-49F8-B5FD-F7F64182EBFB}" destId="{F4ED4B3E-DF22-4942-BBB3-9A01E95664BB}" srcOrd="0" destOrd="0" presId="urn:microsoft.com/office/officeart/2008/layout/HorizontalMultiLevelHierarchy"/>
    <dgm:cxn modelId="{CC32550E-FEE1-4A92-842C-B8C953561237}" type="presOf" srcId="{BCB52B82-D75D-4CDF-AE71-A1CC615B242D}" destId="{70561AAC-5216-405F-9146-8E783EF041FA}" srcOrd="1" destOrd="0" presId="urn:microsoft.com/office/officeart/2008/layout/HorizontalMultiLevelHierarchy"/>
    <dgm:cxn modelId="{A8F1E618-B2AC-4AC3-8CF5-F1B119609673}" type="presOf" srcId="{CF91F5B9-2F02-4C76-AD2B-F65F742C019B}" destId="{E94C0FC5-2241-48A6-A2F5-4D45C12FAD95}" srcOrd="1" destOrd="0" presId="urn:microsoft.com/office/officeart/2008/layout/HorizontalMultiLevelHierarchy"/>
    <dgm:cxn modelId="{C76BDF1D-925A-4998-8932-BC25C22DAAD0}" type="presOf" srcId="{BD875804-C6CD-4E51-A131-83D6E3D4DFD9}" destId="{1EF69011-5019-46A3-9D68-B0BDE32119DD}" srcOrd="0" destOrd="0" presId="urn:microsoft.com/office/officeart/2008/layout/HorizontalMultiLevelHierarchy"/>
    <dgm:cxn modelId="{B0579E1F-DF40-4895-8AEA-3900CC057100}" type="presOf" srcId="{6BDE7952-4011-4A27-8356-3DCA294F7BC0}" destId="{C83A8130-B5E5-4D53-97F9-443B7A5B6189}" srcOrd="0" destOrd="0" presId="urn:microsoft.com/office/officeart/2008/layout/HorizontalMultiLevelHierarchy"/>
    <dgm:cxn modelId="{BA51D522-588F-4B40-BA21-24CFBB3AACF9}" type="presOf" srcId="{F11EE848-1080-4F51-9C76-9700FD9DAC06}" destId="{070657AD-8ECB-4D48-9263-C3B1B3B77934}" srcOrd="0" destOrd="0" presId="urn:microsoft.com/office/officeart/2008/layout/HorizontalMultiLevelHierarchy"/>
    <dgm:cxn modelId="{46E63624-6945-41D8-A504-F8AF19369250}" type="presOf" srcId="{1572F43A-2F2A-411F-88C2-ACB2144C2FEA}" destId="{5E2AD941-95E8-458F-8145-D0D57F5018CF}" srcOrd="0" destOrd="0" presId="urn:microsoft.com/office/officeart/2008/layout/HorizontalMultiLevelHierarchy"/>
    <dgm:cxn modelId="{51F60626-8566-4BB2-AD41-447B63E101E1}" srcId="{3D86AAAF-4F4E-4BA5-AB91-16C7FA41EB6E}" destId="{BACA8275-DC0E-4BB0-ABE5-1DF8DF4FAFC9}" srcOrd="2" destOrd="0" parTransId="{F868E0FC-F688-4B6F-BB65-7CB5D90C1AAF}" sibTransId="{CFE81323-BF71-4FE4-ABE4-11ACCD4E7846}"/>
    <dgm:cxn modelId="{09C8AA26-140E-4F5E-B5E3-8D19EDC2371D}" type="presOf" srcId="{1572F43A-2F2A-411F-88C2-ACB2144C2FEA}" destId="{9F3E0C27-4E4A-477F-8CFD-4593C0AA7676}" srcOrd="1" destOrd="0" presId="urn:microsoft.com/office/officeart/2008/layout/HorizontalMultiLevelHierarchy"/>
    <dgm:cxn modelId="{A81AC927-DF4C-4AF1-A890-EE7E5B9D7254}" type="presOf" srcId="{33D6375A-B12A-45BA-A002-E6C001962E4B}" destId="{D177C342-DD75-442A-BCC1-48DE97EE5011}" srcOrd="0" destOrd="0" presId="urn:microsoft.com/office/officeart/2008/layout/HorizontalMultiLevelHierarchy"/>
    <dgm:cxn modelId="{9665AA29-398C-42B0-863A-85086F5A6E6B}" type="presOf" srcId="{03898760-68CC-47E3-8677-BDBC73F961D5}" destId="{47E2D71D-2DF3-4522-BC94-BA686EA22F55}" srcOrd="1" destOrd="0" presId="urn:microsoft.com/office/officeart/2008/layout/HorizontalMultiLevelHierarchy"/>
    <dgm:cxn modelId="{1B5C982A-6CBB-4FE8-A365-2FAE0254A399}" type="presOf" srcId="{A2564FE1-5A7A-46E1-B680-4844D5A6BA4B}" destId="{1B5D2149-AC5D-4A98-8C8C-40DB097A98A7}" srcOrd="0" destOrd="0" presId="urn:microsoft.com/office/officeart/2008/layout/HorizontalMultiLevelHierarchy"/>
    <dgm:cxn modelId="{B99E522C-14AA-43FE-9A03-8C02A856E6E6}" type="presOf" srcId="{F868E0FC-F688-4B6F-BB65-7CB5D90C1AAF}" destId="{CD4AA421-A15D-427E-AA92-78C85EC38D95}" srcOrd="1" destOrd="0" presId="urn:microsoft.com/office/officeart/2008/layout/HorizontalMultiLevelHierarchy"/>
    <dgm:cxn modelId="{2842942F-B33F-46F9-9DCB-0A4ED5111582}" type="presOf" srcId="{14697DC1-D540-4312-BD42-6E1E2BDCAF00}" destId="{DE6E9052-8596-4C56-B544-B0F63D8EF960}" srcOrd="0" destOrd="0" presId="urn:microsoft.com/office/officeart/2008/layout/HorizontalMultiLevelHierarchy"/>
    <dgm:cxn modelId="{7746D12F-6ADD-47B8-BE5C-AB72B224B5C9}" srcId="{67DDA99C-5DBD-409A-9CF4-2E9E3453BDCF}" destId="{074DCCA1-E795-4608-BA7E-91059FE83C98}" srcOrd="1" destOrd="0" parTransId="{1AE3C05D-A6B5-4484-BC50-7A8AD4E96530}" sibTransId="{CBB6D766-C8B2-4D92-81B8-860A89C78999}"/>
    <dgm:cxn modelId="{1D27AA32-8EBF-4632-B5CA-8E17BAD8ECD3}" srcId="{3D86AAAF-4F4E-4BA5-AB91-16C7FA41EB6E}" destId="{4208A642-0D39-49F8-B5FD-F7F64182EBFB}" srcOrd="0" destOrd="0" parTransId="{3F304D1F-17F5-4DFA-AE69-9AF5F97F22A2}" sibTransId="{0E8E128C-8378-4968-8778-6301A2CB9935}"/>
    <dgm:cxn modelId="{C7420737-7D92-4308-843A-311451F5AC74}" srcId="{074DCCA1-E795-4608-BA7E-91059FE83C98}" destId="{F11EE848-1080-4F51-9C76-9700FD9DAC06}" srcOrd="1" destOrd="0" parTransId="{33D6375A-B12A-45BA-A002-E6C001962E4B}" sibTransId="{C9396409-4EB5-4C91-BFB4-42B1D80DC551}"/>
    <dgm:cxn modelId="{2B645138-B736-4BE5-A98C-0634F600690E}" srcId="{074DCCA1-E795-4608-BA7E-91059FE83C98}" destId="{AD3AB439-9D3F-469B-9E06-8B1BEC7653C7}" srcOrd="2" destOrd="0" parTransId="{03898760-68CC-47E3-8677-BDBC73F961D5}" sibTransId="{38700319-BDB1-4268-AD62-21CC1BA62D5D}"/>
    <dgm:cxn modelId="{693FDB3A-7F3A-43B3-ABD3-BA2E7A857F92}" srcId="{3D86AAAF-4F4E-4BA5-AB91-16C7FA41EB6E}" destId="{6BDE7952-4011-4A27-8356-3DCA294F7BC0}" srcOrd="3" destOrd="0" parTransId="{BA09F10D-BCDF-4BE6-B464-003A21AB7076}" sibTransId="{FC2B155F-52D0-42AA-8DCC-6CD7ED10C494}"/>
    <dgm:cxn modelId="{AB865E5D-2D7C-4639-BA99-53FAA87A5187}" srcId="{67DDA99C-5DBD-409A-9CF4-2E9E3453BDCF}" destId="{3D86AAAF-4F4E-4BA5-AB91-16C7FA41EB6E}" srcOrd="0" destOrd="0" parTransId="{CB7A1EB4-153E-45EB-8EF3-AE8166BE5D3B}" sibTransId="{D14F6D1E-C8B9-4939-B9F7-2B43B64E32BD}"/>
    <dgm:cxn modelId="{3D433E60-5489-482B-931A-C42FEF10B08D}" srcId="{14697DC1-D540-4312-BD42-6E1E2BDCAF00}" destId="{67DDA99C-5DBD-409A-9CF4-2E9E3453BDCF}" srcOrd="0" destOrd="0" parTransId="{CF91F5B9-2F02-4C76-AD2B-F65F742C019B}" sibTransId="{CA017D89-165D-46F8-81AC-96F2BFDFC07A}"/>
    <dgm:cxn modelId="{6B674361-1967-45A9-8B2A-20D0F0CEC80F}" srcId="{3D86AAAF-4F4E-4BA5-AB91-16C7FA41EB6E}" destId="{A2564FE1-5A7A-46E1-B680-4844D5A6BA4B}" srcOrd="4" destOrd="0" parTransId="{BCB52B82-D75D-4CDF-AE71-A1CC615B242D}" sibTransId="{322E6DAA-2355-4516-B13F-62BED16E1DB6}"/>
    <dgm:cxn modelId="{48A47045-4B37-4D3A-ADD7-132FA95E8446}" srcId="{243D2420-9028-4525-BDC8-38996CA74E2B}" destId="{3DBD9582-D04B-49B4-A3C4-1FAE58102798}" srcOrd="0" destOrd="0" parTransId="{32BF930A-2AC9-43CE-B7B8-FD8CA97A9C13}" sibTransId="{08215E98-FEF0-4B0D-833A-EB7BDB6D5DD7}"/>
    <dgm:cxn modelId="{3EC31049-9E2D-43C9-800E-DF1B46AC9363}" srcId="{549BC215-0BAB-43F5-87A9-34442E4C46EC}" destId="{01AC414A-B877-42CA-945A-3C4AF75A8643}" srcOrd="1" destOrd="0" parTransId="{1A63D413-DE9C-4ACF-8B55-1DA6A573CE1E}" sibTransId="{F9576D87-7EED-4A81-A7B3-C6B2FD80E27C}"/>
    <dgm:cxn modelId="{D84D4A69-BBCD-4351-9588-0144CF0FC820}" srcId="{C79B119E-2A8D-4C69-B669-90B645AA45DC}" destId="{243D2420-9028-4525-BDC8-38996CA74E2B}" srcOrd="1" destOrd="0" parTransId="{DF865A5D-3A44-47A9-877B-75FBB5401424}" sibTransId="{BA94E8F3-FEB0-4485-B064-359B2AA62FBE}"/>
    <dgm:cxn modelId="{019D156A-6BC4-402E-AD58-093C5FD12B35}" type="presOf" srcId="{5506B486-7727-4957-8E9B-16BB14EE4FDC}" destId="{F4D31A91-B5BE-4ED1-9A9C-26ADEE38F536}" srcOrd="0" destOrd="0" presId="urn:microsoft.com/office/officeart/2008/layout/HorizontalMultiLevelHierarchy"/>
    <dgm:cxn modelId="{2BBDFD6D-EBE6-4C59-A06B-EF5DB80B3B42}" type="presOf" srcId="{DF865A5D-3A44-47A9-877B-75FBB5401424}" destId="{4C6DFE1B-D5B1-4926-9FC2-ACF21E9C3CF9}" srcOrd="0" destOrd="0" presId="urn:microsoft.com/office/officeart/2008/layout/HorizontalMultiLevelHierarchy"/>
    <dgm:cxn modelId="{1A7CEF6E-4776-4DB6-A34F-88F22E581224}" type="presOf" srcId="{1AE3C05D-A6B5-4484-BC50-7A8AD4E96530}" destId="{EDFAA4E7-4214-43EB-8D3D-7A9785A3967A}" srcOrd="1" destOrd="0" presId="urn:microsoft.com/office/officeart/2008/layout/HorizontalMultiLevelHierarchy"/>
    <dgm:cxn modelId="{171E3D4F-3F15-438E-A09B-3A688C5C8FB7}" type="presOf" srcId="{BD875804-C6CD-4E51-A131-83D6E3D4DFD9}" destId="{9BE9BE02-0F04-4464-9314-5D1C181D4AE2}" srcOrd="1" destOrd="0" presId="urn:microsoft.com/office/officeart/2008/layout/HorizontalMultiLevelHierarchy"/>
    <dgm:cxn modelId="{D52C4A50-21A3-4AFC-9EEC-F7C3F449E612}" type="presOf" srcId="{DF865A5D-3A44-47A9-877B-75FBB5401424}" destId="{9AF41270-2EB7-485F-9A07-BD364E358CA3}" srcOrd="1" destOrd="0" presId="urn:microsoft.com/office/officeart/2008/layout/HorizontalMultiLevelHierarchy"/>
    <dgm:cxn modelId="{E119DD54-2A00-4681-AB3D-12F9EB3AE378}" type="presOf" srcId="{09C3F805-893B-4D49-BF1A-98492E83F8A0}" destId="{7AC5B6E2-C01A-44D5-B787-FEB4680241E0}" srcOrd="0" destOrd="0" presId="urn:microsoft.com/office/officeart/2008/layout/HorizontalMultiLevelHierarchy"/>
    <dgm:cxn modelId="{E79D6675-AE2C-4482-AB0D-4E91A24B9D5B}" type="presOf" srcId="{A303A2D2-02DA-4171-99BC-207CA217385D}" destId="{CA07948A-7CCE-4DA4-98B2-B5C8967B9D63}" srcOrd="1" destOrd="0" presId="urn:microsoft.com/office/officeart/2008/layout/HorizontalMultiLevelHierarchy"/>
    <dgm:cxn modelId="{52165857-5CD4-4055-8548-1EA6B42C1419}" type="presOf" srcId="{CB7A1EB4-153E-45EB-8EF3-AE8166BE5D3B}" destId="{AFB4AA74-56C9-4229-B63D-88B4002E17D5}" srcOrd="0" destOrd="0" presId="urn:microsoft.com/office/officeart/2008/layout/HorizontalMultiLevelHierarchy"/>
    <dgm:cxn modelId="{E371607B-7DB7-4E19-AA90-36CBBC632D99}" type="presOf" srcId="{CF91F5B9-2F02-4C76-AD2B-F65F742C019B}" destId="{1D4A9DF3-028B-4158-BF02-68D6FD7B07A7}" srcOrd="0" destOrd="0" presId="urn:microsoft.com/office/officeart/2008/layout/HorizontalMultiLevelHierarchy"/>
    <dgm:cxn modelId="{74E2B37E-4659-4F2B-BFEA-FE6F7333D4D0}" srcId="{549BC215-0BAB-43F5-87A9-34442E4C46EC}" destId="{0731C503-C976-48C9-B104-81F7D7068892}" srcOrd="0" destOrd="0" parTransId="{09C3F805-893B-4D49-BF1A-98492E83F8A0}" sibTransId="{2476F467-BD1E-45F0-B08C-06843F38252D}"/>
    <dgm:cxn modelId="{0C3F4486-ACCE-4223-83CF-F3B40AA3A176}" type="presOf" srcId="{3F304D1F-17F5-4DFA-AE69-9AF5F97F22A2}" destId="{DECC517A-B31E-4841-A5D3-ED7E4FB65D88}" srcOrd="1" destOrd="0" presId="urn:microsoft.com/office/officeart/2008/layout/HorizontalMultiLevelHierarchy"/>
    <dgm:cxn modelId="{0BB0A78A-E15F-445C-B313-5170F0658493}" srcId="{C79B119E-2A8D-4C69-B669-90B645AA45DC}" destId="{549BC215-0BAB-43F5-87A9-34442E4C46EC}" srcOrd="0" destOrd="0" parTransId="{A303A2D2-02DA-4171-99BC-207CA217385D}" sibTransId="{6553B39C-8E64-4744-A4AF-992D920469C2}"/>
    <dgm:cxn modelId="{5989A98F-E2EF-4ADC-8297-B2DAA2D0C3B1}" type="presOf" srcId="{BACA8275-DC0E-4BB0-ABE5-1DF8DF4FAFC9}" destId="{02528C95-AA8C-4BB7-AC74-8730C60F0D10}" srcOrd="0" destOrd="0" presId="urn:microsoft.com/office/officeart/2008/layout/HorizontalMultiLevelHierarchy"/>
    <dgm:cxn modelId="{4AC1B990-4C91-4AFA-B242-5C2D447A5F78}" type="presOf" srcId="{BA09F10D-BCDF-4BE6-B464-003A21AB7076}" destId="{F1B6D4DC-018B-44DF-8C82-8F31294F2810}" srcOrd="1" destOrd="0" presId="urn:microsoft.com/office/officeart/2008/layout/HorizontalMultiLevelHierarchy"/>
    <dgm:cxn modelId="{6718F491-24AE-4029-9DDD-1520FD2FE410}" type="presOf" srcId="{BCB52B82-D75D-4CDF-AE71-A1CC615B242D}" destId="{60ECBEA6-58CC-40B2-AB62-0C6DA9B9FB4E}" srcOrd="0" destOrd="0" presId="urn:microsoft.com/office/officeart/2008/layout/HorizontalMultiLevelHierarchy"/>
    <dgm:cxn modelId="{13EC1E98-DDFA-483E-BED5-3BE50A20CDD7}" type="presOf" srcId="{3DBD9582-D04B-49B4-A3C4-1FAE58102798}" destId="{452506C1-0441-4102-A5B5-E7366FEE40D9}" srcOrd="0" destOrd="0" presId="urn:microsoft.com/office/officeart/2008/layout/HorizontalMultiLevelHierarchy"/>
    <dgm:cxn modelId="{E9C86B98-6812-4AB5-AAC1-059FEFB885A6}" type="presOf" srcId="{3D86AAAF-4F4E-4BA5-AB91-16C7FA41EB6E}" destId="{B81B261D-6CA8-445D-B203-897AC0DF21ED}" srcOrd="0" destOrd="0" presId="urn:microsoft.com/office/officeart/2008/layout/HorizontalMultiLevelHierarchy"/>
    <dgm:cxn modelId="{A010FF99-CD9E-42CA-B589-3CCC13190612}" type="presOf" srcId="{F868E0FC-F688-4B6F-BB65-7CB5D90C1AAF}" destId="{95A8B82A-295D-4847-8AB6-1A40F1FC9ED3}" srcOrd="0" destOrd="0" presId="urn:microsoft.com/office/officeart/2008/layout/HorizontalMultiLevelHierarchy"/>
    <dgm:cxn modelId="{BA513D9C-717B-4BAE-964A-08F8D4B5FB3C}" srcId="{074DCCA1-E795-4608-BA7E-91059FE83C98}" destId="{5D09D446-77DC-4A60-9FA6-7BF6D5DA94DF}" srcOrd="0" destOrd="0" parTransId="{1572F43A-2F2A-411F-88C2-ACB2144C2FEA}" sibTransId="{29A95B5C-ACC7-4250-812F-512518CA8703}"/>
    <dgm:cxn modelId="{18E7C59C-CFCD-4701-AA03-F32B69814FED}" type="presOf" srcId="{0731C503-C976-48C9-B104-81F7D7068892}" destId="{39161D57-31FD-4204-AF6F-DA114A5F2021}" srcOrd="0" destOrd="0" presId="urn:microsoft.com/office/officeart/2008/layout/HorizontalMultiLevelHierarchy"/>
    <dgm:cxn modelId="{C3A5EA9E-F245-4166-B320-D3EE048B7E6F}" type="presOf" srcId="{C79B119E-2A8D-4C69-B669-90B645AA45DC}" destId="{FC35B2A7-F338-4DE6-9755-DADED9C84D61}" srcOrd="0" destOrd="0" presId="urn:microsoft.com/office/officeart/2008/layout/HorizontalMultiLevelHierarchy"/>
    <dgm:cxn modelId="{FF9E4DA0-1F46-4F33-868D-66540E055390}" type="presOf" srcId="{5D09D446-77DC-4A60-9FA6-7BF6D5DA94DF}" destId="{D72B71BC-236B-44E2-A129-90C16C0F4A85}" srcOrd="0" destOrd="0" presId="urn:microsoft.com/office/officeart/2008/layout/HorizontalMultiLevelHierarchy"/>
    <dgm:cxn modelId="{FD3496A3-8343-4388-A52B-E9A4858036CC}" type="presOf" srcId="{074DCCA1-E795-4608-BA7E-91059FE83C98}" destId="{7189BB54-32E1-4B4A-BD9B-6D25B8C09C59}" srcOrd="0" destOrd="0" presId="urn:microsoft.com/office/officeart/2008/layout/HorizontalMultiLevelHierarchy"/>
    <dgm:cxn modelId="{3FAFB6A6-A7E8-4E29-AF69-93BDFF81D8EC}" srcId="{3D86AAAF-4F4E-4BA5-AB91-16C7FA41EB6E}" destId="{5F4F26DB-EC3E-44AD-B42F-30779BE122A7}" srcOrd="1" destOrd="0" parTransId="{BD875804-C6CD-4E51-A131-83D6E3D4DFD9}" sibTransId="{D9920B0D-5736-4B89-AE1C-5FF173941F6C}"/>
    <dgm:cxn modelId="{0DC8A1A7-0DBA-477A-8204-70B8EBA350BF}" type="presOf" srcId="{1A63D413-DE9C-4ACF-8B55-1DA6A573CE1E}" destId="{A0641F86-A6CB-42D6-BE52-C4B444892D70}" srcOrd="1" destOrd="0" presId="urn:microsoft.com/office/officeart/2008/layout/HorizontalMultiLevelHierarchy"/>
    <dgm:cxn modelId="{2276F9AC-2098-4DFE-9751-9245CC2FE73D}" type="presOf" srcId="{01AC414A-B877-42CA-945A-3C4AF75A8643}" destId="{F987481A-836F-4061-8308-24743D2F6A71}" srcOrd="0" destOrd="0" presId="urn:microsoft.com/office/officeart/2008/layout/HorizontalMultiLevelHierarchy"/>
    <dgm:cxn modelId="{728D33B0-F998-4DA5-9678-989A28FDEE80}" type="presOf" srcId="{5F4F26DB-EC3E-44AD-B42F-30779BE122A7}" destId="{C4F95430-0974-468E-BA74-02BAABE731B1}" srcOrd="0" destOrd="0" presId="urn:microsoft.com/office/officeart/2008/layout/HorizontalMultiLevelHierarchy"/>
    <dgm:cxn modelId="{89D8C5B3-9C62-4086-BD98-350DB1FDA150}" type="presOf" srcId="{32BF930A-2AC9-43CE-B7B8-FD8CA97A9C13}" destId="{6B72B0CB-F363-489A-BA23-DBA930C14D5D}" srcOrd="1" destOrd="0" presId="urn:microsoft.com/office/officeart/2008/layout/HorizontalMultiLevelHierarchy"/>
    <dgm:cxn modelId="{F3F4A7BA-9503-4AB0-9659-B68BF8FB8235}" type="presOf" srcId="{243D2420-9028-4525-BDC8-38996CA74E2B}" destId="{6123A23A-84C2-49B6-BB4E-E9A345694B96}" srcOrd="0" destOrd="0" presId="urn:microsoft.com/office/officeart/2008/layout/HorizontalMultiLevelHierarchy"/>
    <dgm:cxn modelId="{AE68D3CE-ACCB-4AD6-A947-50E3DF83CADE}" type="presOf" srcId="{1AE3C05D-A6B5-4484-BC50-7A8AD4E96530}" destId="{75B19883-DEBE-4E55-A92B-F06873912A41}" srcOrd="0" destOrd="0" presId="urn:microsoft.com/office/officeart/2008/layout/HorizontalMultiLevelHierarchy"/>
    <dgm:cxn modelId="{A93AECD3-925D-472B-B29A-DA4074638DE0}" type="presOf" srcId="{BA09F10D-BCDF-4BE6-B464-003A21AB7076}" destId="{6CEF7D2D-DEDA-470F-A811-5340A71BEC72}" srcOrd="0" destOrd="0" presId="urn:microsoft.com/office/officeart/2008/layout/HorizontalMultiLevelHierarchy"/>
    <dgm:cxn modelId="{F390CED6-14BE-4DB5-B33C-6D3386759DAB}" type="presOf" srcId="{CB7A1EB4-153E-45EB-8EF3-AE8166BE5D3B}" destId="{8519F2B9-C77D-4AE3-9406-5F9280A8C78F}" srcOrd="1" destOrd="0" presId="urn:microsoft.com/office/officeart/2008/layout/HorizontalMultiLevelHierarchy"/>
    <dgm:cxn modelId="{AFA15CDB-0CE1-439D-A0CF-89D845496063}" type="presOf" srcId="{33493132-89C6-4CD6-982E-7E9418963852}" destId="{0AFE0B47-5550-48B9-888D-DECB60AA64CB}" srcOrd="0" destOrd="0" presId="urn:microsoft.com/office/officeart/2008/layout/HorizontalMultiLevelHierarchy"/>
    <dgm:cxn modelId="{64FCD2DC-9D25-48EF-9822-4A2523EE174D}" type="presOf" srcId="{549BC215-0BAB-43F5-87A9-34442E4C46EC}" destId="{68EA3051-A898-4000-AD70-36CDD778DF7E}" srcOrd="0" destOrd="0" presId="urn:microsoft.com/office/officeart/2008/layout/HorizontalMultiLevelHierarchy"/>
    <dgm:cxn modelId="{87D2CBDE-2E7B-4F45-A957-E08B289E6027}" type="presOf" srcId="{AD3AB439-9D3F-469B-9E06-8B1BEC7653C7}" destId="{AD35E914-60C0-48B6-AAC9-9E582183B710}" srcOrd="0" destOrd="0" presId="urn:microsoft.com/office/officeart/2008/layout/HorizontalMultiLevelHierarchy"/>
    <dgm:cxn modelId="{52AFCEDE-C4D1-49A5-99A2-1D11485CF22F}" type="presOf" srcId="{1A63D413-DE9C-4ACF-8B55-1DA6A573CE1E}" destId="{9B0A54B4-F1A2-4CE3-B9A0-68B3EAA3AC18}" srcOrd="0" destOrd="0" presId="urn:microsoft.com/office/officeart/2008/layout/HorizontalMultiLevelHierarchy"/>
    <dgm:cxn modelId="{D42DDFF1-A44E-4CA9-BA5B-02C363D86442}" type="presOf" srcId="{3F304D1F-17F5-4DFA-AE69-9AF5F97F22A2}" destId="{92B3DC66-06FE-4A0C-A578-4D4D80B3B010}" srcOrd="0" destOrd="0" presId="urn:microsoft.com/office/officeart/2008/layout/HorizontalMultiLevelHierarchy"/>
    <dgm:cxn modelId="{EE0AF6F7-A638-48F4-87B0-C0CFBCB51266}" type="presOf" srcId="{09C3F805-893B-4D49-BF1A-98492E83F8A0}" destId="{E2F5E95D-2035-43B2-94B6-93CD1C88B39D}" srcOrd="1" destOrd="0" presId="urn:microsoft.com/office/officeart/2008/layout/HorizontalMultiLevelHierarchy"/>
    <dgm:cxn modelId="{AA8ADFFE-BC12-4C27-92B6-D0178771BA37}" srcId="{33493132-89C6-4CD6-982E-7E9418963852}" destId="{14697DC1-D540-4312-BD42-6E1E2BDCAF00}" srcOrd="0" destOrd="0" parTransId="{03FEA026-E601-4F81-9E5B-03E1E91BC876}" sibTransId="{21B796DB-87C4-439B-9587-364C64015316}"/>
    <dgm:cxn modelId="{D4381656-FDF8-47D4-ACCF-93AF5442DFDC}" type="presParOf" srcId="{0AFE0B47-5550-48B9-888D-DECB60AA64CB}" destId="{5A11C9A9-8806-44F4-8380-03BEDBD66CB1}" srcOrd="0" destOrd="0" presId="urn:microsoft.com/office/officeart/2008/layout/HorizontalMultiLevelHierarchy"/>
    <dgm:cxn modelId="{D07B9F52-2BC8-41A8-B94B-FDFC237BE37B}" type="presParOf" srcId="{5A11C9A9-8806-44F4-8380-03BEDBD66CB1}" destId="{DE6E9052-8596-4C56-B544-B0F63D8EF960}" srcOrd="0" destOrd="0" presId="urn:microsoft.com/office/officeart/2008/layout/HorizontalMultiLevelHierarchy"/>
    <dgm:cxn modelId="{4A3D40FD-36A1-45C8-AD17-2955FDB42580}" type="presParOf" srcId="{5A11C9A9-8806-44F4-8380-03BEDBD66CB1}" destId="{5ECE6140-0D82-4CE0-B7A3-B53C1617A391}" srcOrd="1" destOrd="0" presId="urn:microsoft.com/office/officeart/2008/layout/HorizontalMultiLevelHierarchy"/>
    <dgm:cxn modelId="{4A462FD7-653D-43FC-A46E-07341158A7B9}" type="presParOf" srcId="{5ECE6140-0D82-4CE0-B7A3-B53C1617A391}" destId="{1D4A9DF3-028B-4158-BF02-68D6FD7B07A7}" srcOrd="0" destOrd="0" presId="urn:microsoft.com/office/officeart/2008/layout/HorizontalMultiLevelHierarchy"/>
    <dgm:cxn modelId="{71B11171-9F21-4B97-A493-B221F9E403B0}" type="presParOf" srcId="{1D4A9DF3-028B-4158-BF02-68D6FD7B07A7}" destId="{E94C0FC5-2241-48A6-A2F5-4D45C12FAD95}" srcOrd="0" destOrd="0" presId="urn:microsoft.com/office/officeart/2008/layout/HorizontalMultiLevelHierarchy"/>
    <dgm:cxn modelId="{B76CE0C3-B5C4-4B68-A05A-325821A77583}" type="presParOf" srcId="{5ECE6140-0D82-4CE0-B7A3-B53C1617A391}" destId="{8AB67747-6D7B-4BA2-B9AB-E358492D7879}" srcOrd="1" destOrd="0" presId="urn:microsoft.com/office/officeart/2008/layout/HorizontalMultiLevelHierarchy"/>
    <dgm:cxn modelId="{3FD4D626-4044-4C38-9254-2D43DB882914}" type="presParOf" srcId="{8AB67747-6D7B-4BA2-B9AB-E358492D7879}" destId="{FD46BA31-2519-4440-AAC1-8265688CC310}" srcOrd="0" destOrd="0" presId="urn:microsoft.com/office/officeart/2008/layout/HorizontalMultiLevelHierarchy"/>
    <dgm:cxn modelId="{A45B9B44-3B9C-417C-93DC-8EEDFC09A6D2}" type="presParOf" srcId="{8AB67747-6D7B-4BA2-B9AB-E358492D7879}" destId="{5964E814-5B72-40D7-8624-6582C9C0F3BE}" srcOrd="1" destOrd="0" presId="urn:microsoft.com/office/officeart/2008/layout/HorizontalMultiLevelHierarchy"/>
    <dgm:cxn modelId="{84533736-5099-4687-A49C-3E1A6E7D9415}" type="presParOf" srcId="{5964E814-5B72-40D7-8624-6582C9C0F3BE}" destId="{AFB4AA74-56C9-4229-B63D-88B4002E17D5}" srcOrd="0" destOrd="0" presId="urn:microsoft.com/office/officeart/2008/layout/HorizontalMultiLevelHierarchy"/>
    <dgm:cxn modelId="{7418CF11-960E-45EF-9481-96CDA67D2A9F}" type="presParOf" srcId="{AFB4AA74-56C9-4229-B63D-88B4002E17D5}" destId="{8519F2B9-C77D-4AE3-9406-5F9280A8C78F}" srcOrd="0" destOrd="0" presId="urn:microsoft.com/office/officeart/2008/layout/HorizontalMultiLevelHierarchy"/>
    <dgm:cxn modelId="{AB4E74A4-7BE1-4D68-A7FB-39B7A3B54E7A}" type="presParOf" srcId="{5964E814-5B72-40D7-8624-6582C9C0F3BE}" destId="{E32AB59C-6724-4B23-92E9-C9F4C7854772}" srcOrd="1" destOrd="0" presId="urn:microsoft.com/office/officeart/2008/layout/HorizontalMultiLevelHierarchy"/>
    <dgm:cxn modelId="{E1E9CA67-CDF9-4D5A-9702-45569427BA48}" type="presParOf" srcId="{E32AB59C-6724-4B23-92E9-C9F4C7854772}" destId="{B81B261D-6CA8-445D-B203-897AC0DF21ED}" srcOrd="0" destOrd="0" presId="urn:microsoft.com/office/officeart/2008/layout/HorizontalMultiLevelHierarchy"/>
    <dgm:cxn modelId="{7B248E68-64A2-4533-97E7-2EC0A1BDEECF}" type="presParOf" srcId="{E32AB59C-6724-4B23-92E9-C9F4C7854772}" destId="{2E0C3048-3ABB-44B5-92FF-F358A3C2F47E}" srcOrd="1" destOrd="0" presId="urn:microsoft.com/office/officeart/2008/layout/HorizontalMultiLevelHierarchy"/>
    <dgm:cxn modelId="{C8F671FB-90CD-4CA2-82ED-D13204D571D2}" type="presParOf" srcId="{2E0C3048-3ABB-44B5-92FF-F358A3C2F47E}" destId="{92B3DC66-06FE-4A0C-A578-4D4D80B3B010}" srcOrd="0" destOrd="0" presId="urn:microsoft.com/office/officeart/2008/layout/HorizontalMultiLevelHierarchy"/>
    <dgm:cxn modelId="{CAA15C41-2327-4947-9282-9A8180600847}" type="presParOf" srcId="{92B3DC66-06FE-4A0C-A578-4D4D80B3B010}" destId="{DECC517A-B31E-4841-A5D3-ED7E4FB65D88}" srcOrd="0" destOrd="0" presId="urn:microsoft.com/office/officeart/2008/layout/HorizontalMultiLevelHierarchy"/>
    <dgm:cxn modelId="{E70D075C-620A-4C34-B179-EA72FE0E9EE3}" type="presParOf" srcId="{2E0C3048-3ABB-44B5-92FF-F358A3C2F47E}" destId="{F1B9D655-A850-49E9-9EB3-3282465E68E0}" srcOrd="1" destOrd="0" presId="urn:microsoft.com/office/officeart/2008/layout/HorizontalMultiLevelHierarchy"/>
    <dgm:cxn modelId="{272D2B1D-AC6C-42F0-8A59-54FAC6094E17}" type="presParOf" srcId="{F1B9D655-A850-49E9-9EB3-3282465E68E0}" destId="{F4ED4B3E-DF22-4942-BBB3-9A01E95664BB}" srcOrd="0" destOrd="0" presId="urn:microsoft.com/office/officeart/2008/layout/HorizontalMultiLevelHierarchy"/>
    <dgm:cxn modelId="{7E9BB75E-9378-455B-8064-D898ADD6A8CE}" type="presParOf" srcId="{F1B9D655-A850-49E9-9EB3-3282465E68E0}" destId="{860ABB17-CB00-4E3B-BB31-050B5EF325CA}" srcOrd="1" destOrd="0" presId="urn:microsoft.com/office/officeart/2008/layout/HorizontalMultiLevelHierarchy"/>
    <dgm:cxn modelId="{6E948E38-F8D8-4F8F-BB9A-879DF886BDF7}" type="presParOf" srcId="{2E0C3048-3ABB-44B5-92FF-F358A3C2F47E}" destId="{1EF69011-5019-46A3-9D68-B0BDE32119DD}" srcOrd="2" destOrd="0" presId="urn:microsoft.com/office/officeart/2008/layout/HorizontalMultiLevelHierarchy"/>
    <dgm:cxn modelId="{1666AF66-BA1B-4929-B42E-CE67E27E7FAA}" type="presParOf" srcId="{1EF69011-5019-46A3-9D68-B0BDE32119DD}" destId="{9BE9BE02-0F04-4464-9314-5D1C181D4AE2}" srcOrd="0" destOrd="0" presId="urn:microsoft.com/office/officeart/2008/layout/HorizontalMultiLevelHierarchy"/>
    <dgm:cxn modelId="{66A37562-D27E-4B8C-B71E-69C23A670CCB}" type="presParOf" srcId="{2E0C3048-3ABB-44B5-92FF-F358A3C2F47E}" destId="{DC6D2AEF-A6F7-4577-80DF-F5AA18ED82A5}" srcOrd="3" destOrd="0" presId="urn:microsoft.com/office/officeart/2008/layout/HorizontalMultiLevelHierarchy"/>
    <dgm:cxn modelId="{E7C19779-D2F1-45A7-8167-1EAE4D0279FA}" type="presParOf" srcId="{DC6D2AEF-A6F7-4577-80DF-F5AA18ED82A5}" destId="{C4F95430-0974-468E-BA74-02BAABE731B1}" srcOrd="0" destOrd="0" presId="urn:microsoft.com/office/officeart/2008/layout/HorizontalMultiLevelHierarchy"/>
    <dgm:cxn modelId="{70B94604-104A-49C6-92B6-DC0030682409}" type="presParOf" srcId="{DC6D2AEF-A6F7-4577-80DF-F5AA18ED82A5}" destId="{0B26221D-0BC7-48C9-B263-DC6CB69E79AE}" srcOrd="1" destOrd="0" presId="urn:microsoft.com/office/officeart/2008/layout/HorizontalMultiLevelHierarchy"/>
    <dgm:cxn modelId="{4EF73AD6-9F24-4A73-B109-EDC812121B2D}" type="presParOf" srcId="{2E0C3048-3ABB-44B5-92FF-F358A3C2F47E}" destId="{95A8B82A-295D-4847-8AB6-1A40F1FC9ED3}" srcOrd="4" destOrd="0" presId="urn:microsoft.com/office/officeart/2008/layout/HorizontalMultiLevelHierarchy"/>
    <dgm:cxn modelId="{734331FD-8182-434D-A31D-0EEE05025BD0}" type="presParOf" srcId="{95A8B82A-295D-4847-8AB6-1A40F1FC9ED3}" destId="{CD4AA421-A15D-427E-AA92-78C85EC38D95}" srcOrd="0" destOrd="0" presId="urn:microsoft.com/office/officeart/2008/layout/HorizontalMultiLevelHierarchy"/>
    <dgm:cxn modelId="{D324BA6A-B4FE-4AD5-A59B-9C695D3C17A5}" type="presParOf" srcId="{2E0C3048-3ABB-44B5-92FF-F358A3C2F47E}" destId="{68029620-71CA-42D4-8C21-1EE7E35BF5C8}" srcOrd="5" destOrd="0" presId="urn:microsoft.com/office/officeart/2008/layout/HorizontalMultiLevelHierarchy"/>
    <dgm:cxn modelId="{F953ADAA-D83E-42F0-AC5F-C837984452C4}" type="presParOf" srcId="{68029620-71CA-42D4-8C21-1EE7E35BF5C8}" destId="{02528C95-AA8C-4BB7-AC74-8730C60F0D10}" srcOrd="0" destOrd="0" presId="urn:microsoft.com/office/officeart/2008/layout/HorizontalMultiLevelHierarchy"/>
    <dgm:cxn modelId="{C0F8C07A-F04B-47C1-B74F-356EF2CCB556}" type="presParOf" srcId="{68029620-71CA-42D4-8C21-1EE7E35BF5C8}" destId="{3415A0E3-7D89-461A-879F-65CE342D1E2A}" srcOrd="1" destOrd="0" presId="urn:microsoft.com/office/officeart/2008/layout/HorizontalMultiLevelHierarchy"/>
    <dgm:cxn modelId="{7ABD4F5B-BEFD-483D-A851-C0244733F894}" type="presParOf" srcId="{2E0C3048-3ABB-44B5-92FF-F358A3C2F47E}" destId="{6CEF7D2D-DEDA-470F-A811-5340A71BEC72}" srcOrd="6" destOrd="0" presId="urn:microsoft.com/office/officeart/2008/layout/HorizontalMultiLevelHierarchy"/>
    <dgm:cxn modelId="{0AAA9DC9-1395-4BA5-BFAD-05F52092C493}" type="presParOf" srcId="{6CEF7D2D-DEDA-470F-A811-5340A71BEC72}" destId="{F1B6D4DC-018B-44DF-8C82-8F31294F2810}" srcOrd="0" destOrd="0" presId="urn:microsoft.com/office/officeart/2008/layout/HorizontalMultiLevelHierarchy"/>
    <dgm:cxn modelId="{975F1D69-9DC1-49F1-921D-D9A57AF959E7}" type="presParOf" srcId="{2E0C3048-3ABB-44B5-92FF-F358A3C2F47E}" destId="{B042A307-306D-430A-A69C-066C6D248046}" srcOrd="7" destOrd="0" presId="urn:microsoft.com/office/officeart/2008/layout/HorizontalMultiLevelHierarchy"/>
    <dgm:cxn modelId="{B840174A-FB02-4E40-B33B-5D68B7E36665}" type="presParOf" srcId="{B042A307-306D-430A-A69C-066C6D248046}" destId="{C83A8130-B5E5-4D53-97F9-443B7A5B6189}" srcOrd="0" destOrd="0" presId="urn:microsoft.com/office/officeart/2008/layout/HorizontalMultiLevelHierarchy"/>
    <dgm:cxn modelId="{2A6C73BA-0736-41D3-BC24-8D65739FFE3E}" type="presParOf" srcId="{B042A307-306D-430A-A69C-066C6D248046}" destId="{D78A255B-2771-4D73-9E40-A72EE6A1DE3B}" srcOrd="1" destOrd="0" presId="urn:microsoft.com/office/officeart/2008/layout/HorizontalMultiLevelHierarchy"/>
    <dgm:cxn modelId="{46947F35-54D9-47E8-9F82-16A658BDC0D5}" type="presParOf" srcId="{2E0C3048-3ABB-44B5-92FF-F358A3C2F47E}" destId="{60ECBEA6-58CC-40B2-AB62-0C6DA9B9FB4E}" srcOrd="8" destOrd="0" presId="urn:microsoft.com/office/officeart/2008/layout/HorizontalMultiLevelHierarchy"/>
    <dgm:cxn modelId="{5E4D1BF7-2877-4D67-8D54-52DB8E76E13C}" type="presParOf" srcId="{60ECBEA6-58CC-40B2-AB62-0C6DA9B9FB4E}" destId="{70561AAC-5216-405F-9146-8E783EF041FA}" srcOrd="0" destOrd="0" presId="urn:microsoft.com/office/officeart/2008/layout/HorizontalMultiLevelHierarchy"/>
    <dgm:cxn modelId="{9EE8217E-958A-433D-8035-9B195C2D8EA4}" type="presParOf" srcId="{2E0C3048-3ABB-44B5-92FF-F358A3C2F47E}" destId="{4EB7BE73-ED53-46C2-848D-E5447231BDD9}" srcOrd="9" destOrd="0" presId="urn:microsoft.com/office/officeart/2008/layout/HorizontalMultiLevelHierarchy"/>
    <dgm:cxn modelId="{3849E8EB-CB05-45BB-B972-A305C1B842A6}" type="presParOf" srcId="{4EB7BE73-ED53-46C2-848D-E5447231BDD9}" destId="{1B5D2149-AC5D-4A98-8C8C-40DB097A98A7}" srcOrd="0" destOrd="0" presId="urn:microsoft.com/office/officeart/2008/layout/HorizontalMultiLevelHierarchy"/>
    <dgm:cxn modelId="{91B28529-8375-460E-8B52-84A6478E4AA1}" type="presParOf" srcId="{4EB7BE73-ED53-46C2-848D-E5447231BDD9}" destId="{ADE2FD82-5232-467F-BA3C-9A7C6CDE2046}" srcOrd="1" destOrd="0" presId="urn:microsoft.com/office/officeart/2008/layout/HorizontalMultiLevelHierarchy"/>
    <dgm:cxn modelId="{C407B8FC-C599-404B-9FF3-ECD534076CF7}" type="presParOf" srcId="{5964E814-5B72-40D7-8624-6582C9C0F3BE}" destId="{75B19883-DEBE-4E55-A92B-F06873912A41}" srcOrd="2" destOrd="0" presId="urn:microsoft.com/office/officeart/2008/layout/HorizontalMultiLevelHierarchy"/>
    <dgm:cxn modelId="{623D1424-4859-4A36-B5BB-BC4C2666F5B4}" type="presParOf" srcId="{75B19883-DEBE-4E55-A92B-F06873912A41}" destId="{EDFAA4E7-4214-43EB-8D3D-7A9785A3967A}" srcOrd="0" destOrd="0" presId="urn:microsoft.com/office/officeart/2008/layout/HorizontalMultiLevelHierarchy"/>
    <dgm:cxn modelId="{A140E929-7A85-4B9A-83BA-844E463AEBBC}" type="presParOf" srcId="{5964E814-5B72-40D7-8624-6582C9C0F3BE}" destId="{C532EA88-0E83-4654-BB75-2E1E84484AF6}" srcOrd="3" destOrd="0" presId="urn:microsoft.com/office/officeart/2008/layout/HorizontalMultiLevelHierarchy"/>
    <dgm:cxn modelId="{BCBEEC0F-D828-46CB-A6DD-FF028D851214}" type="presParOf" srcId="{C532EA88-0E83-4654-BB75-2E1E84484AF6}" destId="{7189BB54-32E1-4B4A-BD9B-6D25B8C09C59}" srcOrd="0" destOrd="0" presId="urn:microsoft.com/office/officeart/2008/layout/HorizontalMultiLevelHierarchy"/>
    <dgm:cxn modelId="{19F41A20-6EC2-4469-82A8-DCEF5586C712}" type="presParOf" srcId="{C532EA88-0E83-4654-BB75-2E1E84484AF6}" destId="{FF17F9D4-E610-4CAF-A73A-BEA766F6BCF9}" srcOrd="1" destOrd="0" presId="urn:microsoft.com/office/officeart/2008/layout/HorizontalMultiLevelHierarchy"/>
    <dgm:cxn modelId="{647B5C86-B621-41FF-977F-62CC43952F8D}" type="presParOf" srcId="{FF17F9D4-E610-4CAF-A73A-BEA766F6BCF9}" destId="{5E2AD941-95E8-458F-8145-D0D57F5018CF}" srcOrd="0" destOrd="0" presId="urn:microsoft.com/office/officeart/2008/layout/HorizontalMultiLevelHierarchy"/>
    <dgm:cxn modelId="{BAE5CCDB-84D3-4B8D-9598-996222082E65}" type="presParOf" srcId="{5E2AD941-95E8-458F-8145-D0D57F5018CF}" destId="{9F3E0C27-4E4A-477F-8CFD-4593C0AA7676}" srcOrd="0" destOrd="0" presId="urn:microsoft.com/office/officeart/2008/layout/HorizontalMultiLevelHierarchy"/>
    <dgm:cxn modelId="{FDDBC19C-BC55-4E19-A2A3-C47CFD6FF14B}" type="presParOf" srcId="{FF17F9D4-E610-4CAF-A73A-BEA766F6BCF9}" destId="{C6DC5BC8-883B-4A62-927A-AF309F0BABE0}" srcOrd="1" destOrd="0" presId="urn:microsoft.com/office/officeart/2008/layout/HorizontalMultiLevelHierarchy"/>
    <dgm:cxn modelId="{CA00A31A-97B9-44F3-9CAC-C5739620FB8C}" type="presParOf" srcId="{C6DC5BC8-883B-4A62-927A-AF309F0BABE0}" destId="{D72B71BC-236B-44E2-A129-90C16C0F4A85}" srcOrd="0" destOrd="0" presId="urn:microsoft.com/office/officeart/2008/layout/HorizontalMultiLevelHierarchy"/>
    <dgm:cxn modelId="{87A168DE-DE3A-435B-A712-70AA3E7F6600}" type="presParOf" srcId="{C6DC5BC8-883B-4A62-927A-AF309F0BABE0}" destId="{869EF7D1-FBCB-4A5B-A1A6-62B0756771EB}" srcOrd="1" destOrd="0" presId="urn:microsoft.com/office/officeart/2008/layout/HorizontalMultiLevelHierarchy"/>
    <dgm:cxn modelId="{D812C4E6-16F7-4B1A-99AD-B9FFC905D7DE}" type="presParOf" srcId="{FF17F9D4-E610-4CAF-A73A-BEA766F6BCF9}" destId="{D177C342-DD75-442A-BCC1-48DE97EE5011}" srcOrd="2" destOrd="0" presId="urn:microsoft.com/office/officeart/2008/layout/HorizontalMultiLevelHierarchy"/>
    <dgm:cxn modelId="{0C4544BD-E3D5-41E1-B24A-15AC4AD5A5AF}" type="presParOf" srcId="{D177C342-DD75-442A-BCC1-48DE97EE5011}" destId="{D3117D16-6EAC-4C6D-9244-CF1906CD8951}" srcOrd="0" destOrd="0" presId="urn:microsoft.com/office/officeart/2008/layout/HorizontalMultiLevelHierarchy"/>
    <dgm:cxn modelId="{19778E20-12DF-4A67-A312-EFFC24C237DF}" type="presParOf" srcId="{FF17F9D4-E610-4CAF-A73A-BEA766F6BCF9}" destId="{58F197B3-14E0-492F-B867-81F2D413435D}" srcOrd="3" destOrd="0" presId="urn:microsoft.com/office/officeart/2008/layout/HorizontalMultiLevelHierarchy"/>
    <dgm:cxn modelId="{069297C0-576F-40A9-8792-3E8374E78F7F}" type="presParOf" srcId="{58F197B3-14E0-492F-B867-81F2D413435D}" destId="{070657AD-8ECB-4D48-9263-C3B1B3B77934}" srcOrd="0" destOrd="0" presId="urn:microsoft.com/office/officeart/2008/layout/HorizontalMultiLevelHierarchy"/>
    <dgm:cxn modelId="{3FA379DF-29F5-48C1-838C-1FE0AD0F7C51}" type="presParOf" srcId="{58F197B3-14E0-492F-B867-81F2D413435D}" destId="{22422ED3-5E17-4610-9057-5272A0C63A26}" srcOrd="1" destOrd="0" presId="urn:microsoft.com/office/officeart/2008/layout/HorizontalMultiLevelHierarchy"/>
    <dgm:cxn modelId="{9D4EAC2F-10BF-482B-AD20-4C50C125FF2D}" type="presParOf" srcId="{FF17F9D4-E610-4CAF-A73A-BEA766F6BCF9}" destId="{4C1CD91C-A431-400A-B13E-CD9A975859C2}" srcOrd="4" destOrd="0" presId="urn:microsoft.com/office/officeart/2008/layout/HorizontalMultiLevelHierarchy"/>
    <dgm:cxn modelId="{8D863235-0708-4E9A-BD74-C5A09206B310}" type="presParOf" srcId="{4C1CD91C-A431-400A-B13E-CD9A975859C2}" destId="{47E2D71D-2DF3-4522-BC94-BA686EA22F55}" srcOrd="0" destOrd="0" presId="urn:microsoft.com/office/officeart/2008/layout/HorizontalMultiLevelHierarchy"/>
    <dgm:cxn modelId="{04E2AF88-F1F2-4F65-90B3-1E099819A3A4}" type="presParOf" srcId="{FF17F9D4-E610-4CAF-A73A-BEA766F6BCF9}" destId="{BEF8A0E6-7D85-41AC-8FCF-BE8E49328B88}" srcOrd="5" destOrd="0" presId="urn:microsoft.com/office/officeart/2008/layout/HorizontalMultiLevelHierarchy"/>
    <dgm:cxn modelId="{AE3D4EAD-064B-46A2-A4C3-7C75F01D987D}" type="presParOf" srcId="{BEF8A0E6-7D85-41AC-8FCF-BE8E49328B88}" destId="{AD35E914-60C0-48B6-AAC9-9E582183B710}" srcOrd="0" destOrd="0" presId="urn:microsoft.com/office/officeart/2008/layout/HorizontalMultiLevelHierarchy"/>
    <dgm:cxn modelId="{F5C7C7F3-4ABD-4AC5-8160-34A208B0EBB0}" type="presParOf" srcId="{BEF8A0E6-7D85-41AC-8FCF-BE8E49328B88}" destId="{E273E8CE-05CD-4AC6-9934-3226D576CB25}" srcOrd="1" destOrd="0" presId="urn:microsoft.com/office/officeart/2008/layout/HorizontalMultiLevelHierarchy"/>
    <dgm:cxn modelId="{B0354EEC-672D-4DA1-8B03-409A4AD557A6}" type="presParOf" srcId="{5ECE6140-0D82-4CE0-B7A3-B53C1617A391}" destId="{F4D31A91-B5BE-4ED1-9A9C-26ADEE38F536}" srcOrd="2" destOrd="0" presId="urn:microsoft.com/office/officeart/2008/layout/HorizontalMultiLevelHierarchy"/>
    <dgm:cxn modelId="{10535DF5-24FB-4915-A327-1D3DF237B187}" type="presParOf" srcId="{F4D31A91-B5BE-4ED1-9A9C-26ADEE38F536}" destId="{E8F3BF52-CCC5-44F7-ABA3-2355F78D44CC}" srcOrd="0" destOrd="0" presId="urn:microsoft.com/office/officeart/2008/layout/HorizontalMultiLevelHierarchy"/>
    <dgm:cxn modelId="{28FC7C33-0E2D-4C37-BB35-781D9F6B1E05}" type="presParOf" srcId="{5ECE6140-0D82-4CE0-B7A3-B53C1617A391}" destId="{F2F36E4A-673A-418B-A16C-27E62BE89980}" srcOrd="3" destOrd="0" presId="urn:microsoft.com/office/officeart/2008/layout/HorizontalMultiLevelHierarchy"/>
    <dgm:cxn modelId="{3C50C1FD-6497-42FD-8ED5-F24E1789ABC5}" type="presParOf" srcId="{F2F36E4A-673A-418B-A16C-27E62BE89980}" destId="{FC35B2A7-F338-4DE6-9755-DADED9C84D61}" srcOrd="0" destOrd="0" presId="urn:microsoft.com/office/officeart/2008/layout/HorizontalMultiLevelHierarchy"/>
    <dgm:cxn modelId="{2A171E46-4EB1-4334-988C-14C1C6259E39}" type="presParOf" srcId="{F2F36E4A-673A-418B-A16C-27E62BE89980}" destId="{1A47881F-7259-49A2-8D94-1303B47AD06F}" srcOrd="1" destOrd="0" presId="urn:microsoft.com/office/officeart/2008/layout/HorizontalMultiLevelHierarchy"/>
    <dgm:cxn modelId="{2142B881-76B9-459C-9B43-7D60F25E0317}" type="presParOf" srcId="{1A47881F-7259-49A2-8D94-1303B47AD06F}" destId="{F03B8659-8CFF-4AA6-B1BE-414F83BB2D0C}" srcOrd="0" destOrd="0" presId="urn:microsoft.com/office/officeart/2008/layout/HorizontalMultiLevelHierarchy"/>
    <dgm:cxn modelId="{97C1A270-DD0C-4670-B5B5-C979867A4071}" type="presParOf" srcId="{F03B8659-8CFF-4AA6-B1BE-414F83BB2D0C}" destId="{CA07948A-7CCE-4DA4-98B2-B5C8967B9D63}" srcOrd="0" destOrd="0" presId="urn:microsoft.com/office/officeart/2008/layout/HorizontalMultiLevelHierarchy"/>
    <dgm:cxn modelId="{87C2C570-C6D9-48E4-B865-A0508D33A8BA}" type="presParOf" srcId="{1A47881F-7259-49A2-8D94-1303B47AD06F}" destId="{6DB3026C-0ECA-486B-A0B8-BCF69E0538B1}" srcOrd="1" destOrd="0" presId="urn:microsoft.com/office/officeart/2008/layout/HorizontalMultiLevelHierarchy"/>
    <dgm:cxn modelId="{DA867D26-F98C-4AB8-BA3C-DB8D54640AAB}" type="presParOf" srcId="{6DB3026C-0ECA-486B-A0B8-BCF69E0538B1}" destId="{68EA3051-A898-4000-AD70-36CDD778DF7E}" srcOrd="0" destOrd="0" presId="urn:microsoft.com/office/officeart/2008/layout/HorizontalMultiLevelHierarchy"/>
    <dgm:cxn modelId="{FAE74F5A-C62A-4DE8-BEB1-14A4120D69FA}" type="presParOf" srcId="{6DB3026C-0ECA-486B-A0B8-BCF69E0538B1}" destId="{78C500CC-7400-41CE-A7B4-99401B790BDE}" srcOrd="1" destOrd="0" presId="urn:microsoft.com/office/officeart/2008/layout/HorizontalMultiLevelHierarchy"/>
    <dgm:cxn modelId="{FD4CBC3F-2819-4836-BBF7-8BE04FE8D14A}" type="presParOf" srcId="{78C500CC-7400-41CE-A7B4-99401B790BDE}" destId="{7AC5B6E2-C01A-44D5-B787-FEB4680241E0}" srcOrd="0" destOrd="0" presId="urn:microsoft.com/office/officeart/2008/layout/HorizontalMultiLevelHierarchy"/>
    <dgm:cxn modelId="{975B59FA-F8CB-457D-8067-C01B9F74BEC2}" type="presParOf" srcId="{7AC5B6E2-C01A-44D5-B787-FEB4680241E0}" destId="{E2F5E95D-2035-43B2-94B6-93CD1C88B39D}" srcOrd="0" destOrd="0" presId="urn:microsoft.com/office/officeart/2008/layout/HorizontalMultiLevelHierarchy"/>
    <dgm:cxn modelId="{AA3D577F-11BC-4668-A81A-8E92E6B01623}" type="presParOf" srcId="{78C500CC-7400-41CE-A7B4-99401B790BDE}" destId="{905C4BE7-5D82-4AC8-8CE8-CCF9B701AEBC}" srcOrd="1" destOrd="0" presId="urn:microsoft.com/office/officeart/2008/layout/HorizontalMultiLevelHierarchy"/>
    <dgm:cxn modelId="{10A74013-337B-4285-87C4-B44B5C48EE07}" type="presParOf" srcId="{905C4BE7-5D82-4AC8-8CE8-CCF9B701AEBC}" destId="{39161D57-31FD-4204-AF6F-DA114A5F2021}" srcOrd="0" destOrd="0" presId="urn:microsoft.com/office/officeart/2008/layout/HorizontalMultiLevelHierarchy"/>
    <dgm:cxn modelId="{628A5DA9-4933-41BB-90F0-F34C7AD4B9D0}" type="presParOf" srcId="{905C4BE7-5D82-4AC8-8CE8-CCF9B701AEBC}" destId="{3B6F8245-DD28-4B8B-A945-CBD4DCAE0D36}" srcOrd="1" destOrd="0" presId="urn:microsoft.com/office/officeart/2008/layout/HorizontalMultiLevelHierarchy"/>
    <dgm:cxn modelId="{C097B220-4D26-4523-BCD9-46C3E57973D6}" type="presParOf" srcId="{78C500CC-7400-41CE-A7B4-99401B790BDE}" destId="{9B0A54B4-F1A2-4CE3-B9A0-68B3EAA3AC18}" srcOrd="2" destOrd="0" presId="urn:microsoft.com/office/officeart/2008/layout/HorizontalMultiLevelHierarchy"/>
    <dgm:cxn modelId="{2AA132EA-C702-4A59-9745-50A08BBB94A8}" type="presParOf" srcId="{9B0A54B4-F1A2-4CE3-B9A0-68B3EAA3AC18}" destId="{A0641F86-A6CB-42D6-BE52-C4B444892D70}" srcOrd="0" destOrd="0" presId="urn:microsoft.com/office/officeart/2008/layout/HorizontalMultiLevelHierarchy"/>
    <dgm:cxn modelId="{1D9F6CBA-3B57-4A7B-8ED3-D7FB82CB103F}" type="presParOf" srcId="{78C500CC-7400-41CE-A7B4-99401B790BDE}" destId="{E40669EC-3C17-4C64-9C85-1ADE1FCA4866}" srcOrd="3" destOrd="0" presId="urn:microsoft.com/office/officeart/2008/layout/HorizontalMultiLevelHierarchy"/>
    <dgm:cxn modelId="{17D7C62B-E893-4C0C-878D-DA8394C21730}" type="presParOf" srcId="{E40669EC-3C17-4C64-9C85-1ADE1FCA4866}" destId="{F987481A-836F-4061-8308-24743D2F6A71}" srcOrd="0" destOrd="0" presId="urn:microsoft.com/office/officeart/2008/layout/HorizontalMultiLevelHierarchy"/>
    <dgm:cxn modelId="{2111085F-474A-4A1E-B80B-389385A6BD30}" type="presParOf" srcId="{E40669EC-3C17-4C64-9C85-1ADE1FCA4866}" destId="{D6159ED0-6AD9-4BB6-B2E5-F354118183B3}" srcOrd="1" destOrd="0" presId="urn:microsoft.com/office/officeart/2008/layout/HorizontalMultiLevelHierarchy"/>
    <dgm:cxn modelId="{BA57162D-5328-4E0C-BEEA-395517D0D2E5}" type="presParOf" srcId="{1A47881F-7259-49A2-8D94-1303B47AD06F}" destId="{4C6DFE1B-D5B1-4926-9FC2-ACF21E9C3CF9}" srcOrd="2" destOrd="0" presId="urn:microsoft.com/office/officeart/2008/layout/HorizontalMultiLevelHierarchy"/>
    <dgm:cxn modelId="{1A9139AB-40B7-4840-9907-5F9BFD07FABA}" type="presParOf" srcId="{4C6DFE1B-D5B1-4926-9FC2-ACF21E9C3CF9}" destId="{9AF41270-2EB7-485F-9A07-BD364E358CA3}" srcOrd="0" destOrd="0" presId="urn:microsoft.com/office/officeart/2008/layout/HorizontalMultiLevelHierarchy"/>
    <dgm:cxn modelId="{C0C4BC3A-E584-4976-8004-C55468F938A8}" type="presParOf" srcId="{1A47881F-7259-49A2-8D94-1303B47AD06F}" destId="{D892A330-8672-40C8-AB5D-ABBA37B53C9F}" srcOrd="3" destOrd="0" presId="urn:microsoft.com/office/officeart/2008/layout/HorizontalMultiLevelHierarchy"/>
    <dgm:cxn modelId="{DFC80A4C-0704-4EE5-8DB8-E914F3EF1FA3}" type="presParOf" srcId="{D892A330-8672-40C8-AB5D-ABBA37B53C9F}" destId="{6123A23A-84C2-49B6-BB4E-E9A345694B96}" srcOrd="0" destOrd="0" presId="urn:microsoft.com/office/officeart/2008/layout/HorizontalMultiLevelHierarchy"/>
    <dgm:cxn modelId="{08AC369A-8CCD-490C-9197-E84AA71D160B}" type="presParOf" srcId="{D892A330-8672-40C8-AB5D-ABBA37B53C9F}" destId="{DA8F4206-2684-4FFF-94EB-D6AC6C62DA68}" srcOrd="1" destOrd="0" presId="urn:microsoft.com/office/officeart/2008/layout/HorizontalMultiLevelHierarchy"/>
    <dgm:cxn modelId="{74F4EBDD-A1DC-4482-9B9E-9BDE3A455FE1}" type="presParOf" srcId="{DA8F4206-2684-4FFF-94EB-D6AC6C62DA68}" destId="{A5223325-C90D-48C2-9379-99B8127AF5AD}" srcOrd="0" destOrd="0" presId="urn:microsoft.com/office/officeart/2008/layout/HorizontalMultiLevelHierarchy"/>
    <dgm:cxn modelId="{5CD9D96D-55B1-42E8-9CCA-87485F445A77}" type="presParOf" srcId="{A5223325-C90D-48C2-9379-99B8127AF5AD}" destId="{6B72B0CB-F363-489A-BA23-DBA930C14D5D}" srcOrd="0" destOrd="0" presId="urn:microsoft.com/office/officeart/2008/layout/HorizontalMultiLevelHierarchy"/>
    <dgm:cxn modelId="{97225550-4682-4AA2-8911-85B9E4C19502}" type="presParOf" srcId="{DA8F4206-2684-4FFF-94EB-D6AC6C62DA68}" destId="{9AFED64F-B3C7-49EC-B8AB-F7D0E021222D}" srcOrd="1" destOrd="0" presId="urn:microsoft.com/office/officeart/2008/layout/HorizontalMultiLevelHierarchy"/>
    <dgm:cxn modelId="{26E5DA88-9D8B-4934-AD0D-41F2FFAEFE3D}" type="presParOf" srcId="{9AFED64F-B3C7-49EC-B8AB-F7D0E021222D}" destId="{452506C1-0441-4102-A5B5-E7366FEE40D9}" srcOrd="0" destOrd="0" presId="urn:microsoft.com/office/officeart/2008/layout/HorizontalMultiLevelHierarchy"/>
    <dgm:cxn modelId="{CBC06618-89C2-4630-B6EE-D8F205BA4972}" type="presParOf" srcId="{9AFED64F-B3C7-49EC-B8AB-F7D0E021222D}" destId="{172D7FCB-2A48-466F-A91B-85B35C3CF46A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D0D669-7097-49B7-A89D-577D121641CB}">
      <dsp:nvSpPr>
        <dsp:cNvPr id="0" name=""/>
        <dsp:cNvSpPr/>
      </dsp:nvSpPr>
      <dsp:spPr>
        <a:xfrm>
          <a:off x="10026313" y="1619495"/>
          <a:ext cx="808547" cy="2806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326"/>
              </a:lnTo>
              <a:lnTo>
                <a:pt x="808547" y="140326"/>
              </a:lnTo>
              <a:lnTo>
                <a:pt x="808547" y="28065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3ACA0BF-8BFC-495E-8847-785CDC65FC3B}">
      <dsp:nvSpPr>
        <dsp:cNvPr id="0" name=""/>
        <dsp:cNvSpPr/>
      </dsp:nvSpPr>
      <dsp:spPr>
        <a:xfrm>
          <a:off x="8683189" y="2568368"/>
          <a:ext cx="200466" cy="15636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63636"/>
              </a:lnTo>
              <a:lnTo>
                <a:pt x="200466" y="156363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117FB2-FE66-42F2-86C3-543D88C8A78A}">
      <dsp:nvSpPr>
        <dsp:cNvPr id="0" name=""/>
        <dsp:cNvSpPr/>
      </dsp:nvSpPr>
      <dsp:spPr>
        <a:xfrm>
          <a:off x="8683189" y="2568368"/>
          <a:ext cx="200466" cy="6147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4763"/>
              </a:lnTo>
              <a:lnTo>
                <a:pt x="200466" y="61476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FEFDA4-5A40-4D8A-BCE3-F2A4B861942B}">
      <dsp:nvSpPr>
        <dsp:cNvPr id="0" name=""/>
        <dsp:cNvSpPr/>
      </dsp:nvSpPr>
      <dsp:spPr>
        <a:xfrm>
          <a:off x="9217766" y="1619495"/>
          <a:ext cx="808547" cy="280652"/>
        </a:xfrm>
        <a:custGeom>
          <a:avLst/>
          <a:gdLst/>
          <a:ahLst/>
          <a:cxnLst/>
          <a:rect l="0" t="0" r="0" b="0"/>
          <a:pathLst>
            <a:path>
              <a:moveTo>
                <a:pt x="808547" y="0"/>
              </a:moveTo>
              <a:lnTo>
                <a:pt x="808547" y="140326"/>
              </a:lnTo>
              <a:lnTo>
                <a:pt x="0" y="140326"/>
              </a:lnTo>
              <a:lnTo>
                <a:pt x="0" y="28065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0113D7-2DA4-4027-BE6F-DC6B6B62B9C1}">
      <dsp:nvSpPr>
        <dsp:cNvPr id="0" name=""/>
        <dsp:cNvSpPr/>
      </dsp:nvSpPr>
      <dsp:spPr>
        <a:xfrm>
          <a:off x="7161317" y="670621"/>
          <a:ext cx="2864996" cy="2806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326"/>
              </a:lnTo>
              <a:lnTo>
                <a:pt x="2864996" y="140326"/>
              </a:lnTo>
              <a:lnTo>
                <a:pt x="2864996" y="28065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6CAE5F-CC84-409F-9665-C2A8017B0729}">
      <dsp:nvSpPr>
        <dsp:cNvPr id="0" name=""/>
        <dsp:cNvSpPr/>
      </dsp:nvSpPr>
      <dsp:spPr>
        <a:xfrm>
          <a:off x="6317688" y="2568368"/>
          <a:ext cx="1617094" cy="2806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326"/>
              </a:lnTo>
              <a:lnTo>
                <a:pt x="1617094" y="140326"/>
              </a:lnTo>
              <a:lnTo>
                <a:pt x="1617094" y="28065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503363-826B-4769-993A-87D69C22778E}">
      <dsp:nvSpPr>
        <dsp:cNvPr id="0" name=""/>
        <dsp:cNvSpPr/>
      </dsp:nvSpPr>
      <dsp:spPr>
        <a:xfrm>
          <a:off x="6271968" y="2568368"/>
          <a:ext cx="91440" cy="28065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8065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21BCFC-05B7-448F-A3B4-AF41AEBB8323}">
      <dsp:nvSpPr>
        <dsp:cNvPr id="0" name=""/>
        <dsp:cNvSpPr/>
      </dsp:nvSpPr>
      <dsp:spPr>
        <a:xfrm>
          <a:off x="4700594" y="2568368"/>
          <a:ext cx="1617094" cy="280652"/>
        </a:xfrm>
        <a:custGeom>
          <a:avLst/>
          <a:gdLst/>
          <a:ahLst/>
          <a:cxnLst/>
          <a:rect l="0" t="0" r="0" b="0"/>
          <a:pathLst>
            <a:path>
              <a:moveTo>
                <a:pt x="1617094" y="0"/>
              </a:moveTo>
              <a:lnTo>
                <a:pt x="1617094" y="140326"/>
              </a:lnTo>
              <a:lnTo>
                <a:pt x="0" y="140326"/>
              </a:lnTo>
              <a:lnTo>
                <a:pt x="0" y="28065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96B09F1-214E-4968-8958-0FEE17C7FEE1}">
      <dsp:nvSpPr>
        <dsp:cNvPr id="0" name=""/>
        <dsp:cNvSpPr/>
      </dsp:nvSpPr>
      <dsp:spPr>
        <a:xfrm>
          <a:off x="4296321" y="1619495"/>
          <a:ext cx="2021367" cy="28065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0326"/>
              </a:lnTo>
              <a:lnTo>
                <a:pt x="2021367" y="140326"/>
              </a:lnTo>
              <a:lnTo>
                <a:pt x="2021367" y="28065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D3BF91-76C3-4747-8CCA-792786FCACF8}">
      <dsp:nvSpPr>
        <dsp:cNvPr id="0" name=""/>
        <dsp:cNvSpPr/>
      </dsp:nvSpPr>
      <dsp:spPr>
        <a:xfrm>
          <a:off x="2134627" y="2568368"/>
          <a:ext cx="140326" cy="2512509"/>
        </a:xfrm>
        <a:custGeom>
          <a:avLst/>
          <a:gdLst/>
          <a:ahLst/>
          <a:cxnLst/>
          <a:rect l="0" t="0" r="0" b="0"/>
          <a:pathLst>
            <a:path>
              <a:moveTo>
                <a:pt x="140326" y="0"/>
              </a:moveTo>
              <a:lnTo>
                <a:pt x="140326" y="2512509"/>
              </a:lnTo>
              <a:lnTo>
                <a:pt x="0" y="2512509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A8B416-B015-4316-A442-281F4EABF4F1}">
      <dsp:nvSpPr>
        <dsp:cNvPr id="0" name=""/>
        <dsp:cNvSpPr/>
      </dsp:nvSpPr>
      <dsp:spPr>
        <a:xfrm>
          <a:off x="2274953" y="2568368"/>
          <a:ext cx="140326" cy="156363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63636"/>
              </a:lnTo>
              <a:lnTo>
                <a:pt x="140326" y="156363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1A8239-A87C-46AC-AADC-8DCE0FF94AC2}">
      <dsp:nvSpPr>
        <dsp:cNvPr id="0" name=""/>
        <dsp:cNvSpPr/>
      </dsp:nvSpPr>
      <dsp:spPr>
        <a:xfrm>
          <a:off x="2134627" y="2568368"/>
          <a:ext cx="140326" cy="1563636"/>
        </a:xfrm>
        <a:custGeom>
          <a:avLst/>
          <a:gdLst/>
          <a:ahLst/>
          <a:cxnLst/>
          <a:rect l="0" t="0" r="0" b="0"/>
          <a:pathLst>
            <a:path>
              <a:moveTo>
                <a:pt x="140326" y="0"/>
              </a:moveTo>
              <a:lnTo>
                <a:pt x="140326" y="1563636"/>
              </a:lnTo>
              <a:lnTo>
                <a:pt x="0" y="1563636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DCDCAF-5305-4DB5-85EC-B62336229D76}">
      <dsp:nvSpPr>
        <dsp:cNvPr id="0" name=""/>
        <dsp:cNvSpPr/>
      </dsp:nvSpPr>
      <dsp:spPr>
        <a:xfrm>
          <a:off x="2274953" y="2568368"/>
          <a:ext cx="140326" cy="6147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14763"/>
              </a:lnTo>
              <a:lnTo>
                <a:pt x="140326" y="61476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746CEC-D5FE-4479-A906-5677654149B5}">
      <dsp:nvSpPr>
        <dsp:cNvPr id="0" name=""/>
        <dsp:cNvSpPr/>
      </dsp:nvSpPr>
      <dsp:spPr>
        <a:xfrm>
          <a:off x="2134627" y="2568368"/>
          <a:ext cx="140326" cy="614763"/>
        </a:xfrm>
        <a:custGeom>
          <a:avLst/>
          <a:gdLst/>
          <a:ahLst/>
          <a:cxnLst/>
          <a:rect l="0" t="0" r="0" b="0"/>
          <a:pathLst>
            <a:path>
              <a:moveTo>
                <a:pt x="140326" y="0"/>
              </a:moveTo>
              <a:lnTo>
                <a:pt x="140326" y="614763"/>
              </a:lnTo>
              <a:lnTo>
                <a:pt x="0" y="61476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098A7B-93BE-402F-B298-9F470AFC2860}">
      <dsp:nvSpPr>
        <dsp:cNvPr id="0" name=""/>
        <dsp:cNvSpPr/>
      </dsp:nvSpPr>
      <dsp:spPr>
        <a:xfrm>
          <a:off x="2274953" y="1619495"/>
          <a:ext cx="2021367" cy="280652"/>
        </a:xfrm>
        <a:custGeom>
          <a:avLst/>
          <a:gdLst/>
          <a:ahLst/>
          <a:cxnLst/>
          <a:rect l="0" t="0" r="0" b="0"/>
          <a:pathLst>
            <a:path>
              <a:moveTo>
                <a:pt x="2021367" y="0"/>
              </a:moveTo>
              <a:lnTo>
                <a:pt x="2021367" y="140326"/>
              </a:lnTo>
              <a:lnTo>
                <a:pt x="0" y="140326"/>
              </a:lnTo>
              <a:lnTo>
                <a:pt x="0" y="280652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5DD56B-10C0-48B7-95A9-8203DEF04F7C}">
      <dsp:nvSpPr>
        <dsp:cNvPr id="0" name=""/>
        <dsp:cNvSpPr/>
      </dsp:nvSpPr>
      <dsp:spPr>
        <a:xfrm>
          <a:off x="4296321" y="670621"/>
          <a:ext cx="2864996" cy="280652"/>
        </a:xfrm>
        <a:custGeom>
          <a:avLst/>
          <a:gdLst/>
          <a:ahLst/>
          <a:cxnLst/>
          <a:rect l="0" t="0" r="0" b="0"/>
          <a:pathLst>
            <a:path>
              <a:moveTo>
                <a:pt x="2864996" y="0"/>
              </a:moveTo>
              <a:lnTo>
                <a:pt x="2864996" y="140326"/>
              </a:lnTo>
              <a:lnTo>
                <a:pt x="0" y="140326"/>
              </a:lnTo>
              <a:lnTo>
                <a:pt x="0" y="28065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4D3BDB-EE1A-4263-9BD3-709755D379D0}">
      <dsp:nvSpPr>
        <dsp:cNvPr id="0" name=""/>
        <dsp:cNvSpPr/>
      </dsp:nvSpPr>
      <dsp:spPr>
        <a:xfrm>
          <a:off x="6493096" y="2401"/>
          <a:ext cx="1336441" cy="6682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Testing</a:t>
          </a:r>
        </a:p>
      </dsp:txBody>
      <dsp:txXfrm>
        <a:off x="6493096" y="2401"/>
        <a:ext cx="1336441" cy="668220"/>
      </dsp:txXfrm>
    </dsp:sp>
    <dsp:sp modelId="{1CF6EB1D-1C11-4CDE-8F35-7D673541826E}">
      <dsp:nvSpPr>
        <dsp:cNvPr id="0" name=""/>
        <dsp:cNvSpPr/>
      </dsp:nvSpPr>
      <dsp:spPr>
        <a:xfrm>
          <a:off x="3628100" y="951274"/>
          <a:ext cx="1336441" cy="6682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Chip Level</a:t>
          </a:r>
        </a:p>
      </dsp:txBody>
      <dsp:txXfrm>
        <a:off x="3628100" y="951274"/>
        <a:ext cx="1336441" cy="668220"/>
      </dsp:txXfrm>
    </dsp:sp>
    <dsp:sp modelId="{5B778AF9-B982-40DA-9F46-612D2AF4DB2B}">
      <dsp:nvSpPr>
        <dsp:cNvPr id="0" name=""/>
        <dsp:cNvSpPr/>
      </dsp:nvSpPr>
      <dsp:spPr>
        <a:xfrm>
          <a:off x="1606732" y="1900147"/>
          <a:ext cx="1336441" cy="6682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Optical</a:t>
          </a:r>
        </a:p>
      </dsp:txBody>
      <dsp:txXfrm>
        <a:off x="1606732" y="1900147"/>
        <a:ext cx="1336441" cy="668220"/>
      </dsp:txXfrm>
    </dsp:sp>
    <dsp:sp modelId="{89BB4CF2-6C5C-4040-AA54-7BBE086B62F0}">
      <dsp:nvSpPr>
        <dsp:cNvPr id="0" name=""/>
        <dsp:cNvSpPr/>
      </dsp:nvSpPr>
      <dsp:spPr>
        <a:xfrm>
          <a:off x="798185" y="2849021"/>
          <a:ext cx="1336441" cy="6682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Insertion Loss</a:t>
          </a:r>
        </a:p>
      </dsp:txBody>
      <dsp:txXfrm>
        <a:off x="798185" y="2849021"/>
        <a:ext cx="1336441" cy="668220"/>
      </dsp:txXfrm>
    </dsp:sp>
    <dsp:sp modelId="{6C878781-1CEF-439E-A6FB-A4455700A66F}">
      <dsp:nvSpPr>
        <dsp:cNvPr id="0" name=""/>
        <dsp:cNvSpPr/>
      </dsp:nvSpPr>
      <dsp:spPr>
        <a:xfrm>
          <a:off x="2415279" y="2849021"/>
          <a:ext cx="1336441" cy="6682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Propagation Loss</a:t>
          </a:r>
        </a:p>
      </dsp:txBody>
      <dsp:txXfrm>
        <a:off x="2415279" y="2849021"/>
        <a:ext cx="1336441" cy="668220"/>
      </dsp:txXfrm>
    </dsp:sp>
    <dsp:sp modelId="{A4AE044B-8A6A-4847-900A-441C5812397B}">
      <dsp:nvSpPr>
        <dsp:cNvPr id="0" name=""/>
        <dsp:cNvSpPr/>
      </dsp:nvSpPr>
      <dsp:spPr>
        <a:xfrm>
          <a:off x="798185" y="3797894"/>
          <a:ext cx="1336441" cy="6682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Fibre Arrays</a:t>
          </a:r>
        </a:p>
      </dsp:txBody>
      <dsp:txXfrm>
        <a:off x="798185" y="3797894"/>
        <a:ext cx="1336441" cy="668220"/>
      </dsp:txXfrm>
    </dsp:sp>
    <dsp:sp modelId="{46519EEE-7F68-4CFB-B078-05499A6B1D20}">
      <dsp:nvSpPr>
        <dsp:cNvPr id="0" name=""/>
        <dsp:cNvSpPr/>
      </dsp:nvSpPr>
      <dsp:spPr>
        <a:xfrm>
          <a:off x="2415279" y="3797894"/>
          <a:ext cx="1336441" cy="6682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Edge Coupling</a:t>
          </a:r>
        </a:p>
      </dsp:txBody>
      <dsp:txXfrm>
        <a:off x="2415279" y="3797894"/>
        <a:ext cx="1336441" cy="668220"/>
      </dsp:txXfrm>
    </dsp:sp>
    <dsp:sp modelId="{133C68B3-E56C-46A3-9753-441456965D63}">
      <dsp:nvSpPr>
        <dsp:cNvPr id="0" name=""/>
        <dsp:cNvSpPr/>
      </dsp:nvSpPr>
      <dsp:spPr>
        <a:xfrm>
          <a:off x="798185" y="4746768"/>
          <a:ext cx="1336441" cy="6682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C-band, O-band, Mid-IR</a:t>
          </a:r>
        </a:p>
      </dsp:txBody>
      <dsp:txXfrm>
        <a:off x="798185" y="4746768"/>
        <a:ext cx="1336441" cy="668220"/>
      </dsp:txXfrm>
    </dsp:sp>
    <dsp:sp modelId="{0BD38207-ED0B-4A8E-A7F6-30BA2DD7BFF1}">
      <dsp:nvSpPr>
        <dsp:cNvPr id="0" name=""/>
        <dsp:cNvSpPr/>
      </dsp:nvSpPr>
      <dsp:spPr>
        <a:xfrm>
          <a:off x="5649467" y="1900147"/>
          <a:ext cx="1336441" cy="6682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Electrical</a:t>
          </a:r>
        </a:p>
      </dsp:txBody>
      <dsp:txXfrm>
        <a:off x="5649467" y="1900147"/>
        <a:ext cx="1336441" cy="668220"/>
      </dsp:txXfrm>
    </dsp:sp>
    <dsp:sp modelId="{FC4E2D0B-94A9-4434-8662-6910FB33C4F4}">
      <dsp:nvSpPr>
        <dsp:cNvPr id="0" name=""/>
        <dsp:cNvSpPr/>
      </dsp:nvSpPr>
      <dsp:spPr>
        <a:xfrm>
          <a:off x="4032373" y="2849021"/>
          <a:ext cx="1336441" cy="6682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MZI Heater Performance</a:t>
          </a:r>
        </a:p>
      </dsp:txBody>
      <dsp:txXfrm>
        <a:off x="4032373" y="2849021"/>
        <a:ext cx="1336441" cy="668220"/>
      </dsp:txXfrm>
    </dsp:sp>
    <dsp:sp modelId="{9791339D-ACAF-4FD6-8E56-1C37D5FAA6C0}">
      <dsp:nvSpPr>
        <dsp:cNvPr id="0" name=""/>
        <dsp:cNvSpPr/>
      </dsp:nvSpPr>
      <dsp:spPr>
        <a:xfrm>
          <a:off x="5649467" y="2849021"/>
          <a:ext cx="1336441" cy="6682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Heater Resistance</a:t>
          </a:r>
        </a:p>
      </dsp:txBody>
      <dsp:txXfrm>
        <a:off x="5649467" y="2849021"/>
        <a:ext cx="1336441" cy="668220"/>
      </dsp:txXfrm>
    </dsp:sp>
    <dsp:sp modelId="{1F0C7E90-F357-4B05-AA1A-0FE8B43396BD}">
      <dsp:nvSpPr>
        <dsp:cNvPr id="0" name=""/>
        <dsp:cNvSpPr/>
      </dsp:nvSpPr>
      <dsp:spPr>
        <a:xfrm>
          <a:off x="7266562" y="2849021"/>
          <a:ext cx="1336441" cy="6682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Photodetectors</a:t>
          </a:r>
        </a:p>
      </dsp:txBody>
      <dsp:txXfrm>
        <a:off x="7266562" y="2849021"/>
        <a:ext cx="1336441" cy="668220"/>
      </dsp:txXfrm>
    </dsp:sp>
    <dsp:sp modelId="{05F1C834-9FC9-48D7-94E2-0DD4513DD38B}">
      <dsp:nvSpPr>
        <dsp:cNvPr id="0" name=""/>
        <dsp:cNvSpPr/>
      </dsp:nvSpPr>
      <dsp:spPr>
        <a:xfrm>
          <a:off x="9358092" y="951274"/>
          <a:ext cx="1336441" cy="6682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Wafer Level</a:t>
          </a:r>
        </a:p>
      </dsp:txBody>
      <dsp:txXfrm>
        <a:off x="9358092" y="951274"/>
        <a:ext cx="1336441" cy="668220"/>
      </dsp:txXfrm>
    </dsp:sp>
    <dsp:sp modelId="{B6837005-6913-423F-BC94-B5300E0AA2F5}">
      <dsp:nvSpPr>
        <dsp:cNvPr id="0" name=""/>
        <dsp:cNvSpPr/>
      </dsp:nvSpPr>
      <dsp:spPr>
        <a:xfrm>
          <a:off x="8549545" y="1900147"/>
          <a:ext cx="1336441" cy="6682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Optical</a:t>
          </a:r>
        </a:p>
      </dsp:txBody>
      <dsp:txXfrm>
        <a:off x="8549545" y="1900147"/>
        <a:ext cx="1336441" cy="668220"/>
      </dsp:txXfrm>
    </dsp:sp>
    <dsp:sp modelId="{78B04222-C4AC-437A-A7AD-762AD98F42F1}">
      <dsp:nvSpPr>
        <dsp:cNvPr id="0" name=""/>
        <dsp:cNvSpPr/>
      </dsp:nvSpPr>
      <dsp:spPr>
        <a:xfrm>
          <a:off x="8883656" y="2849021"/>
          <a:ext cx="1336441" cy="6682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Insertion Loss</a:t>
          </a:r>
        </a:p>
      </dsp:txBody>
      <dsp:txXfrm>
        <a:off x="8883656" y="2849021"/>
        <a:ext cx="1336441" cy="668220"/>
      </dsp:txXfrm>
    </dsp:sp>
    <dsp:sp modelId="{ABAD27E2-3AE8-4712-8572-DDA5290A8DC0}">
      <dsp:nvSpPr>
        <dsp:cNvPr id="0" name=""/>
        <dsp:cNvSpPr/>
      </dsp:nvSpPr>
      <dsp:spPr>
        <a:xfrm>
          <a:off x="8883656" y="3797894"/>
          <a:ext cx="1336441" cy="6682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Propagation Loss</a:t>
          </a:r>
        </a:p>
      </dsp:txBody>
      <dsp:txXfrm>
        <a:off x="8883656" y="3797894"/>
        <a:ext cx="1336441" cy="668220"/>
      </dsp:txXfrm>
    </dsp:sp>
    <dsp:sp modelId="{1A69209E-67DA-47AE-B499-48516CB7C48A}">
      <dsp:nvSpPr>
        <dsp:cNvPr id="0" name=""/>
        <dsp:cNvSpPr/>
      </dsp:nvSpPr>
      <dsp:spPr>
        <a:xfrm>
          <a:off x="10166639" y="1900147"/>
          <a:ext cx="1336441" cy="66822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 dirty="0"/>
            <a:t>Electrical</a:t>
          </a:r>
        </a:p>
      </dsp:txBody>
      <dsp:txXfrm>
        <a:off x="10166639" y="1900147"/>
        <a:ext cx="1336441" cy="6682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223325-C90D-48C2-9379-99B8127AF5AD}">
      <dsp:nvSpPr>
        <dsp:cNvPr id="0" name=""/>
        <dsp:cNvSpPr/>
      </dsp:nvSpPr>
      <dsp:spPr>
        <a:xfrm>
          <a:off x="6024868" y="5401135"/>
          <a:ext cx="27477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4777" y="45720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155387" y="5439986"/>
        <a:ext cx="13738" cy="13738"/>
      </dsp:txXfrm>
    </dsp:sp>
    <dsp:sp modelId="{4C6DFE1B-D5B1-4926-9FC2-ACF21E9C3CF9}">
      <dsp:nvSpPr>
        <dsp:cNvPr id="0" name=""/>
        <dsp:cNvSpPr/>
      </dsp:nvSpPr>
      <dsp:spPr>
        <a:xfrm>
          <a:off x="4376200" y="5054166"/>
          <a:ext cx="274777" cy="39268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7388" y="0"/>
              </a:lnTo>
              <a:lnTo>
                <a:pt x="137388" y="392689"/>
              </a:lnTo>
              <a:lnTo>
                <a:pt x="274777" y="392689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4501607" y="5238528"/>
        <a:ext cx="23963" cy="23963"/>
      </dsp:txXfrm>
    </dsp:sp>
    <dsp:sp modelId="{9B0A54B4-F1A2-4CE3-B9A0-68B3EAA3AC18}">
      <dsp:nvSpPr>
        <dsp:cNvPr id="0" name=""/>
        <dsp:cNvSpPr/>
      </dsp:nvSpPr>
      <dsp:spPr>
        <a:xfrm>
          <a:off x="6024868" y="4661476"/>
          <a:ext cx="274777" cy="2617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7388" y="0"/>
              </a:lnTo>
              <a:lnTo>
                <a:pt x="137388" y="261793"/>
              </a:lnTo>
              <a:lnTo>
                <a:pt x="274777" y="261793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152769" y="4782885"/>
        <a:ext cx="18976" cy="18976"/>
      </dsp:txXfrm>
    </dsp:sp>
    <dsp:sp modelId="{7AC5B6E2-C01A-44D5-B787-FEB4680241E0}">
      <dsp:nvSpPr>
        <dsp:cNvPr id="0" name=""/>
        <dsp:cNvSpPr/>
      </dsp:nvSpPr>
      <dsp:spPr>
        <a:xfrm>
          <a:off x="6024868" y="4399683"/>
          <a:ext cx="274777" cy="261793"/>
        </a:xfrm>
        <a:custGeom>
          <a:avLst/>
          <a:gdLst/>
          <a:ahLst/>
          <a:cxnLst/>
          <a:rect l="0" t="0" r="0" b="0"/>
          <a:pathLst>
            <a:path>
              <a:moveTo>
                <a:pt x="0" y="261793"/>
              </a:moveTo>
              <a:lnTo>
                <a:pt x="137388" y="261793"/>
              </a:lnTo>
              <a:lnTo>
                <a:pt x="137388" y="0"/>
              </a:lnTo>
              <a:lnTo>
                <a:pt x="274777" y="0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152769" y="4521092"/>
        <a:ext cx="18976" cy="18976"/>
      </dsp:txXfrm>
    </dsp:sp>
    <dsp:sp modelId="{F03B8659-8CFF-4AA6-B1BE-414F83BB2D0C}">
      <dsp:nvSpPr>
        <dsp:cNvPr id="0" name=""/>
        <dsp:cNvSpPr/>
      </dsp:nvSpPr>
      <dsp:spPr>
        <a:xfrm>
          <a:off x="4376200" y="4661476"/>
          <a:ext cx="274777" cy="392689"/>
        </a:xfrm>
        <a:custGeom>
          <a:avLst/>
          <a:gdLst/>
          <a:ahLst/>
          <a:cxnLst/>
          <a:rect l="0" t="0" r="0" b="0"/>
          <a:pathLst>
            <a:path>
              <a:moveTo>
                <a:pt x="0" y="392689"/>
              </a:moveTo>
              <a:lnTo>
                <a:pt x="137388" y="392689"/>
              </a:lnTo>
              <a:lnTo>
                <a:pt x="137388" y="0"/>
              </a:lnTo>
              <a:lnTo>
                <a:pt x="274777" y="0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4501607" y="4845839"/>
        <a:ext cx="23963" cy="23963"/>
      </dsp:txXfrm>
    </dsp:sp>
    <dsp:sp modelId="{F4D31A91-B5BE-4ED1-9A9C-26ADEE38F536}">
      <dsp:nvSpPr>
        <dsp:cNvPr id="0" name=""/>
        <dsp:cNvSpPr/>
      </dsp:nvSpPr>
      <dsp:spPr>
        <a:xfrm>
          <a:off x="2727532" y="3679752"/>
          <a:ext cx="274777" cy="13744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7388" y="0"/>
              </a:lnTo>
              <a:lnTo>
                <a:pt x="137388" y="1374413"/>
              </a:lnTo>
              <a:lnTo>
                <a:pt x="274777" y="1374413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2829881" y="4331919"/>
        <a:ext cx="70080" cy="70080"/>
      </dsp:txXfrm>
    </dsp:sp>
    <dsp:sp modelId="{4C1CD91C-A431-400A-B13E-CD9A975859C2}">
      <dsp:nvSpPr>
        <dsp:cNvPr id="0" name=""/>
        <dsp:cNvSpPr/>
      </dsp:nvSpPr>
      <dsp:spPr>
        <a:xfrm>
          <a:off x="6024868" y="3352511"/>
          <a:ext cx="274777" cy="5235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7388" y="0"/>
              </a:lnTo>
              <a:lnTo>
                <a:pt x="137388" y="523586"/>
              </a:lnTo>
              <a:lnTo>
                <a:pt x="274777" y="523586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147474" y="3599521"/>
        <a:ext cx="29565" cy="29565"/>
      </dsp:txXfrm>
    </dsp:sp>
    <dsp:sp modelId="{D177C342-DD75-442A-BCC1-48DE97EE5011}">
      <dsp:nvSpPr>
        <dsp:cNvPr id="0" name=""/>
        <dsp:cNvSpPr/>
      </dsp:nvSpPr>
      <dsp:spPr>
        <a:xfrm>
          <a:off x="6024868" y="3306791"/>
          <a:ext cx="27477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4777" y="45720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155387" y="3345642"/>
        <a:ext cx="13738" cy="13738"/>
      </dsp:txXfrm>
    </dsp:sp>
    <dsp:sp modelId="{5E2AD941-95E8-458F-8145-D0D57F5018CF}">
      <dsp:nvSpPr>
        <dsp:cNvPr id="0" name=""/>
        <dsp:cNvSpPr/>
      </dsp:nvSpPr>
      <dsp:spPr>
        <a:xfrm>
          <a:off x="6024868" y="2828925"/>
          <a:ext cx="274777" cy="523586"/>
        </a:xfrm>
        <a:custGeom>
          <a:avLst/>
          <a:gdLst/>
          <a:ahLst/>
          <a:cxnLst/>
          <a:rect l="0" t="0" r="0" b="0"/>
          <a:pathLst>
            <a:path>
              <a:moveTo>
                <a:pt x="0" y="523586"/>
              </a:moveTo>
              <a:lnTo>
                <a:pt x="137388" y="523586"/>
              </a:lnTo>
              <a:lnTo>
                <a:pt x="137388" y="0"/>
              </a:lnTo>
              <a:lnTo>
                <a:pt x="274777" y="0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147474" y="3075935"/>
        <a:ext cx="29565" cy="29565"/>
      </dsp:txXfrm>
    </dsp:sp>
    <dsp:sp modelId="{75B19883-DEBE-4E55-A92B-F06873912A41}">
      <dsp:nvSpPr>
        <dsp:cNvPr id="0" name=""/>
        <dsp:cNvSpPr/>
      </dsp:nvSpPr>
      <dsp:spPr>
        <a:xfrm>
          <a:off x="4376200" y="2305339"/>
          <a:ext cx="274777" cy="10471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7388" y="0"/>
              </a:lnTo>
              <a:lnTo>
                <a:pt x="137388" y="1047172"/>
              </a:lnTo>
              <a:lnTo>
                <a:pt x="274777" y="1047172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4486523" y="2801859"/>
        <a:ext cx="54131" cy="54131"/>
      </dsp:txXfrm>
    </dsp:sp>
    <dsp:sp modelId="{60ECBEA6-58CC-40B2-AB62-0C6DA9B9FB4E}">
      <dsp:nvSpPr>
        <dsp:cNvPr id="0" name=""/>
        <dsp:cNvSpPr/>
      </dsp:nvSpPr>
      <dsp:spPr>
        <a:xfrm>
          <a:off x="6024868" y="1258167"/>
          <a:ext cx="274777" cy="10471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7388" y="0"/>
              </a:lnTo>
              <a:lnTo>
                <a:pt x="137388" y="1047172"/>
              </a:lnTo>
              <a:lnTo>
                <a:pt x="274777" y="1047172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135191" y="1754687"/>
        <a:ext cx="54131" cy="54131"/>
      </dsp:txXfrm>
    </dsp:sp>
    <dsp:sp modelId="{6CEF7D2D-DEDA-470F-A811-5340A71BEC72}">
      <dsp:nvSpPr>
        <dsp:cNvPr id="0" name=""/>
        <dsp:cNvSpPr/>
      </dsp:nvSpPr>
      <dsp:spPr>
        <a:xfrm>
          <a:off x="6024868" y="1258167"/>
          <a:ext cx="274777" cy="52358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37388" y="0"/>
              </a:lnTo>
              <a:lnTo>
                <a:pt x="137388" y="523586"/>
              </a:lnTo>
              <a:lnTo>
                <a:pt x="274777" y="523586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147474" y="1505177"/>
        <a:ext cx="29565" cy="29565"/>
      </dsp:txXfrm>
    </dsp:sp>
    <dsp:sp modelId="{95A8B82A-295D-4847-8AB6-1A40F1FC9ED3}">
      <dsp:nvSpPr>
        <dsp:cNvPr id="0" name=""/>
        <dsp:cNvSpPr/>
      </dsp:nvSpPr>
      <dsp:spPr>
        <a:xfrm>
          <a:off x="6024868" y="1212447"/>
          <a:ext cx="274777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274777" y="45720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155387" y="1251297"/>
        <a:ext cx="13738" cy="13738"/>
      </dsp:txXfrm>
    </dsp:sp>
    <dsp:sp modelId="{1EF69011-5019-46A3-9D68-B0BDE32119DD}">
      <dsp:nvSpPr>
        <dsp:cNvPr id="0" name=""/>
        <dsp:cNvSpPr/>
      </dsp:nvSpPr>
      <dsp:spPr>
        <a:xfrm>
          <a:off x="6024868" y="734581"/>
          <a:ext cx="274777" cy="523586"/>
        </a:xfrm>
        <a:custGeom>
          <a:avLst/>
          <a:gdLst/>
          <a:ahLst/>
          <a:cxnLst/>
          <a:rect l="0" t="0" r="0" b="0"/>
          <a:pathLst>
            <a:path>
              <a:moveTo>
                <a:pt x="0" y="523586"/>
              </a:moveTo>
              <a:lnTo>
                <a:pt x="137388" y="523586"/>
              </a:lnTo>
              <a:lnTo>
                <a:pt x="137388" y="0"/>
              </a:lnTo>
              <a:lnTo>
                <a:pt x="274777" y="0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147474" y="981591"/>
        <a:ext cx="29565" cy="29565"/>
      </dsp:txXfrm>
    </dsp:sp>
    <dsp:sp modelId="{92B3DC66-06FE-4A0C-A578-4D4D80B3B010}">
      <dsp:nvSpPr>
        <dsp:cNvPr id="0" name=""/>
        <dsp:cNvSpPr/>
      </dsp:nvSpPr>
      <dsp:spPr>
        <a:xfrm>
          <a:off x="6024868" y="210995"/>
          <a:ext cx="274777" cy="1047172"/>
        </a:xfrm>
        <a:custGeom>
          <a:avLst/>
          <a:gdLst/>
          <a:ahLst/>
          <a:cxnLst/>
          <a:rect l="0" t="0" r="0" b="0"/>
          <a:pathLst>
            <a:path>
              <a:moveTo>
                <a:pt x="0" y="1047172"/>
              </a:moveTo>
              <a:lnTo>
                <a:pt x="137388" y="1047172"/>
              </a:lnTo>
              <a:lnTo>
                <a:pt x="137388" y="0"/>
              </a:lnTo>
              <a:lnTo>
                <a:pt x="274777" y="0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6135191" y="707515"/>
        <a:ext cx="54131" cy="54131"/>
      </dsp:txXfrm>
    </dsp:sp>
    <dsp:sp modelId="{AFB4AA74-56C9-4229-B63D-88B4002E17D5}">
      <dsp:nvSpPr>
        <dsp:cNvPr id="0" name=""/>
        <dsp:cNvSpPr/>
      </dsp:nvSpPr>
      <dsp:spPr>
        <a:xfrm>
          <a:off x="4376200" y="1258167"/>
          <a:ext cx="274777" cy="1047172"/>
        </a:xfrm>
        <a:custGeom>
          <a:avLst/>
          <a:gdLst/>
          <a:ahLst/>
          <a:cxnLst/>
          <a:rect l="0" t="0" r="0" b="0"/>
          <a:pathLst>
            <a:path>
              <a:moveTo>
                <a:pt x="0" y="1047172"/>
              </a:moveTo>
              <a:lnTo>
                <a:pt x="137388" y="1047172"/>
              </a:lnTo>
              <a:lnTo>
                <a:pt x="137388" y="0"/>
              </a:lnTo>
              <a:lnTo>
                <a:pt x="274777" y="0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4486523" y="1754687"/>
        <a:ext cx="54131" cy="54131"/>
      </dsp:txXfrm>
    </dsp:sp>
    <dsp:sp modelId="{1D4A9DF3-028B-4158-BF02-68D6FD7B07A7}">
      <dsp:nvSpPr>
        <dsp:cNvPr id="0" name=""/>
        <dsp:cNvSpPr/>
      </dsp:nvSpPr>
      <dsp:spPr>
        <a:xfrm>
          <a:off x="2727532" y="2305339"/>
          <a:ext cx="274777" cy="1374413"/>
        </a:xfrm>
        <a:custGeom>
          <a:avLst/>
          <a:gdLst/>
          <a:ahLst/>
          <a:cxnLst/>
          <a:rect l="0" t="0" r="0" b="0"/>
          <a:pathLst>
            <a:path>
              <a:moveTo>
                <a:pt x="0" y="1374413"/>
              </a:moveTo>
              <a:lnTo>
                <a:pt x="137388" y="1374413"/>
              </a:lnTo>
              <a:lnTo>
                <a:pt x="137388" y="0"/>
              </a:lnTo>
              <a:lnTo>
                <a:pt x="274777" y="0"/>
              </a:lnTo>
            </a:path>
          </a:pathLst>
        </a:custGeom>
        <a:noFill/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500" kern="1200"/>
        </a:p>
      </dsp:txBody>
      <dsp:txXfrm>
        <a:off x="2829881" y="2957505"/>
        <a:ext cx="70080" cy="70080"/>
      </dsp:txXfrm>
    </dsp:sp>
    <dsp:sp modelId="{DE6E9052-8596-4C56-B544-B0F63D8EF960}">
      <dsp:nvSpPr>
        <dsp:cNvPr id="0" name=""/>
        <dsp:cNvSpPr/>
      </dsp:nvSpPr>
      <dsp:spPr>
        <a:xfrm rot="16200000">
          <a:off x="1415812" y="3470318"/>
          <a:ext cx="2204572" cy="41886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 dirty="0"/>
            <a:t>Testing</a:t>
          </a:r>
        </a:p>
      </dsp:txBody>
      <dsp:txXfrm>
        <a:off x="1415812" y="3470318"/>
        <a:ext cx="2204572" cy="418868"/>
      </dsp:txXfrm>
    </dsp:sp>
    <dsp:sp modelId="{FD46BA31-2519-4440-AAC1-8265688CC310}">
      <dsp:nvSpPr>
        <dsp:cNvPr id="0" name=""/>
        <dsp:cNvSpPr/>
      </dsp:nvSpPr>
      <dsp:spPr>
        <a:xfrm>
          <a:off x="3002310" y="2095905"/>
          <a:ext cx="1373889" cy="41886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Chip Level</a:t>
          </a:r>
        </a:p>
      </dsp:txBody>
      <dsp:txXfrm>
        <a:off x="3002310" y="2095905"/>
        <a:ext cx="1373889" cy="418868"/>
      </dsp:txXfrm>
    </dsp:sp>
    <dsp:sp modelId="{B81B261D-6CA8-445D-B203-897AC0DF21ED}">
      <dsp:nvSpPr>
        <dsp:cNvPr id="0" name=""/>
        <dsp:cNvSpPr/>
      </dsp:nvSpPr>
      <dsp:spPr>
        <a:xfrm>
          <a:off x="4650978" y="1048732"/>
          <a:ext cx="1373889" cy="418868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Optical</a:t>
          </a:r>
        </a:p>
      </dsp:txBody>
      <dsp:txXfrm>
        <a:off x="4650978" y="1048732"/>
        <a:ext cx="1373889" cy="418868"/>
      </dsp:txXfrm>
    </dsp:sp>
    <dsp:sp modelId="{F4ED4B3E-DF22-4942-BBB3-9A01E95664BB}">
      <dsp:nvSpPr>
        <dsp:cNvPr id="0" name=""/>
        <dsp:cNvSpPr/>
      </dsp:nvSpPr>
      <dsp:spPr>
        <a:xfrm>
          <a:off x="6299646" y="1560"/>
          <a:ext cx="1373889" cy="4188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/>
            <a:t>Insertion Loss</a:t>
          </a:r>
        </a:p>
      </dsp:txBody>
      <dsp:txXfrm>
        <a:off x="6299646" y="1560"/>
        <a:ext cx="1373889" cy="418868"/>
      </dsp:txXfrm>
    </dsp:sp>
    <dsp:sp modelId="{C4F95430-0974-468E-BA74-02BAABE731B1}">
      <dsp:nvSpPr>
        <dsp:cNvPr id="0" name=""/>
        <dsp:cNvSpPr/>
      </dsp:nvSpPr>
      <dsp:spPr>
        <a:xfrm>
          <a:off x="6299646" y="525146"/>
          <a:ext cx="1373889" cy="4188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/>
            <a:t>Propagation Loss</a:t>
          </a:r>
        </a:p>
      </dsp:txBody>
      <dsp:txXfrm>
        <a:off x="6299646" y="525146"/>
        <a:ext cx="1373889" cy="418868"/>
      </dsp:txXfrm>
    </dsp:sp>
    <dsp:sp modelId="{02528C95-AA8C-4BB7-AC74-8730C60F0D10}">
      <dsp:nvSpPr>
        <dsp:cNvPr id="0" name=""/>
        <dsp:cNvSpPr/>
      </dsp:nvSpPr>
      <dsp:spPr>
        <a:xfrm>
          <a:off x="6299646" y="1048732"/>
          <a:ext cx="1373889" cy="4188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/>
            <a:t>Fibre Arrays</a:t>
          </a:r>
        </a:p>
      </dsp:txBody>
      <dsp:txXfrm>
        <a:off x="6299646" y="1048732"/>
        <a:ext cx="1373889" cy="418868"/>
      </dsp:txXfrm>
    </dsp:sp>
    <dsp:sp modelId="{C83A8130-B5E5-4D53-97F9-443B7A5B6189}">
      <dsp:nvSpPr>
        <dsp:cNvPr id="0" name=""/>
        <dsp:cNvSpPr/>
      </dsp:nvSpPr>
      <dsp:spPr>
        <a:xfrm>
          <a:off x="6299646" y="1572319"/>
          <a:ext cx="1373889" cy="4188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Edge Coupling</a:t>
          </a:r>
        </a:p>
      </dsp:txBody>
      <dsp:txXfrm>
        <a:off x="6299646" y="1572319"/>
        <a:ext cx="1373889" cy="418868"/>
      </dsp:txXfrm>
    </dsp:sp>
    <dsp:sp modelId="{1B5D2149-AC5D-4A98-8C8C-40DB097A98A7}">
      <dsp:nvSpPr>
        <dsp:cNvPr id="0" name=""/>
        <dsp:cNvSpPr/>
      </dsp:nvSpPr>
      <dsp:spPr>
        <a:xfrm>
          <a:off x="6299646" y="2095905"/>
          <a:ext cx="1373889" cy="4188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C-band, O-band, Mid-IR</a:t>
          </a:r>
        </a:p>
      </dsp:txBody>
      <dsp:txXfrm>
        <a:off x="6299646" y="2095905"/>
        <a:ext cx="1373889" cy="418868"/>
      </dsp:txXfrm>
    </dsp:sp>
    <dsp:sp modelId="{7189BB54-32E1-4B4A-BD9B-6D25B8C09C59}">
      <dsp:nvSpPr>
        <dsp:cNvPr id="0" name=""/>
        <dsp:cNvSpPr/>
      </dsp:nvSpPr>
      <dsp:spPr>
        <a:xfrm>
          <a:off x="4650978" y="3143077"/>
          <a:ext cx="1373889" cy="418868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Electrical</a:t>
          </a:r>
        </a:p>
      </dsp:txBody>
      <dsp:txXfrm>
        <a:off x="4650978" y="3143077"/>
        <a:ext cx="1373889" cy="418868"/>
      </dsp:txXfrm>
    </dsp:sp>
    <dsp:sp modelId="{D72B71BC-236B-44E2-A129-90C16C0F4A85}">
      <dsp:nvSpPr>
        <dsp:cNvPr id="0" name=""/>
        <dsp:cNvSpPr/>
      </dsp:nvSpPr>
      <dsp:spPr>
        <a:xfrm>
          <a:off x="6299646" y="2619491"/>
          <a:ext cx="1373889" cy="4188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MZI Heater Performance</a:t>
          </a:r>
        </a:p>
      </dsp:txBody>
      <dsp:txXfrm>
        <a:off x="6299646" y="2619491"/>
        <a:ext cx="1373889" cy="418868"/>
      </dsp:txXfrm>
    </dsp:sp>
    <dsp:sp modelId="{070657AD-8ECB-4D48-9263-C3B1B3B77934}">
      <dsp:nvSpPr>
        <dsp:cNvPr id="0" name=""/>
        <dsp:cNvSpPr/>
      </dsp:nvSpPr>
      <dsp:spPr>
        <a:xfrm>
          <a:off x="6299646" y="3143077"/>
          <a:ext cx="1373889" cy="4188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Heater Resistance</a:t>
          </a:r>
        </a:p>
      </dsp:txBody>
      <dsp:txXfrm>
        <a:off x="6299646" y="3143077"/>
        <a:ext cx="1373889" cy="418868"/>
      </dsp:txXfrm>
    </dsp:sp>
    <dsp:sp modelId="{AD35E914-60C0-48B6-AAC9-9E582183B710}">
      <dsp:nvSpPr>
        <dsp:cNvPr id="0" name=""/>
        <dsp:cNvSpPr/>
      </dsp:nvSpPr>
      <dsp:spPr>
        <a:xfrm>
          <a:off x="6299646" y="3666663"/>
          <a:ext cx="1373889" cy="4188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/>
            <a:t>Photodetectors</a:t>
          </a:r>
        </a:p>
      </dsp:txBody>
      <dsp:txXfrm>
        <a:off x="6299646" y="3666663"/>
        <a:ext cx="1373889" cy="418868"/>
      </dsp:txXfrm>
    </dsp:sp>
    <dsp:sp modelId="{FC35B2A7-F338-4DE6-9755-DADED9C84D61}">
      <dsp:nvSpPr>
        <dsp:cNvPr id="0" name=""/>
        <dsp:cNvSpPr/>
      </dsp:nvSpPr>
      <dsp:spPr>
        <a:xfrm>
          <a:off x="3002310" y="4844731"/>
          <a:ext cx="1373889" cy="41886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Wafer Level</a:t>
          </a:r>
        </a:p>
      </dsp:txBody>
      <dsp:txXfrm>
        <a:off x="3002310" y="4844731"/>
        <a:ext cx="1373889" cy="418868"/>
      </dsp:txXfrm>
    </dsp:sp>
    <dsp:sp modelId="{68EA3051-A898-4000-AD70-36CDD778DF7E}">
      <dsp:nvSpPr>
        <dsp:cNvPr id="0" name=""/>
        <dsp:cNvSpPr/>
      </dsp:nvSpPr>
      <dsp:spPr>
        <a:xfrm>
          <a:off x="4650978" y="4452042"/>
          <a:ext cx="1373889" cy="418868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Optical</a:t>
          </a:r>
        </a:p>
      </dsp:txBody>
      <dsp:txXfrm>
        <a:off x="4650978" y="4452042"/>
        <a:ext cx="1373889" cy="418868"/>
      </dsp:txXfrm>
    </dsp:sp>
    <dsp:sp modelId="{39161D57-31FD-4204-AF6F-DA114A5F2021}">
      <dsp:nvSpPr>
        <dsp:cNvPr id="0" name=""/>
        <dsp:cNvSpPr/>
      </dsp:nvSpPr>
      <dsp:spPr>
        <a:xfrm>
          <a:off x="6299646" y="4190249"/>
          <a:ext cx="1373889" cy="4188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/>
            <a:t>Insertion Loss</a:t>
          </a:r>
        </a:p>
      </dsp:txBody>
      <dsp:txXfrm>
        <a:off x="6299646" y="4190249"/>
        <a:ext cx="1373889" cy="418868"/>
      </dsp:txXfrm>
    </dsp:sp>
    <dsp:sp modelId="{F987481A-836F-4061-8308-24743D2F6A71}">
      <dsp:nvSpPr>
        <dsp:cNvPr id="0" name=""/>
        <dsp:cNvSpPr/>
      </dsp:nvSpPr>
      <dsp:spPr>
        <a:xfrm>
          <a:off x="6299646" y="4713835"/>
          <a:ext cx="1373889" cy="4188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/>
            <a:t>Propagation Loss</a:t>
          </a:r>
        </a:p>
      </dsp:txBody>
      <dsp:txXfrm>
        <a:off x="6299646" y="4713835"/>
        <a:ext cx="1373889" cy="418868"/>
      </dsp:txXfrm>
    </dsp:sp>
    <dsp:sp modelId="{6123A23A-84C2-49B6-BB4E-E9A345694B96}">
      <dsp:nvSpPr>
        <dsp:cNvPr id="0" name=""/>
        <dsp:cNvSpPr/>
      </dsp:nvSpPr>
      <dsp:spPr>
        <a:xfrm>
          <a:off x="4650978" y="5237421"/>
          <a:ext cx="1373889" cy="418868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/>
            <a:t>Electrical</a:t>
          </a:r>
        </a:p>
      </dsp:txBody>
      <dsp:txXfrm>
        <a:off x="4650978" y="5237421"/>
        <a:ext cx="1373889" cy="418868"/>
      </dsp:txXfrm>
    </dsp:sp>
    <dsp:sp modelId="{452506C1-0441-4102-A5B5-E7366FEE40D9}">
      <dsp:nvSpPr>
        <dsp:cNvPr id="0" name=""/>
        <dsp:cNvSpPr/>
      </dsp:nvSpPr>
      <dsp:spPr>
        <a:xfrm>
          <a:off x="6299646" y="5237421"/>
          <a:ext cx="1373889" cy="4188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/>
            <a:t>MZI Heater Performance (work in progress)</a:t>
          </a:r>
        </a:p>
      </dsp:txBody>
      <dsp:txXfrm>
        <a:off x="6299646" y="5237421"/>
        <a:ext cx="1373889" cy="4188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1_Title Slide_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ECED6-F195-67EF-6DC9-B46C679C42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069" y="2559600"/>
            <a:ext cx="10753863" cy="143732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GB" dirty="0"/>
              <a:t>Click to add your title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2B7A07-3D90-F504-8C5E-0A395AC7D47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19400" y="4442400"/>
            <a:ext cx="107532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 or presenter information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6D15FB6-8674-A4C1-D9A4-1A2DD58DBBDC}"/>
              </a:ext>
            </a:extLst>
          </p:cNvPr>
          <p:cNvCxnSpPr>
            <a:cxnSpLocks/>
          </p:cNvCxnSpPr>
          <p:nvPr/>
        </p:nvCxnSpPr>
        <p:spPr>
          <a:xfrm>
            <a:off x="719400" y="4219661"/>
            <a:ext cx="10753200" cy="0"/>
          </a:xfrm>
          <a:prstGeom prst="line">
            <a:avLst/>
          </a:prstGeom>
          <a:ln w="38100">
            <a:gradFill>
              <a:gsLst>
                <a:gs pos="0">
                  <a:srgbClr val="FFE900"/>
                </a:gs>
                <a:gs pos="47000">
                  <a:srgbClr val="D60571"/>
                </a:gs>
                <a:gs pos="100000">
                  <a:srgbClr val="2E247A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7537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bg>
      <p:bgPr>
        <a:solidFill>
          <a:srgbClr val="1516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ECED6-F195-67EF-6DC9-B46C679C42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0000" y="2560201"/>
            <a:ext cx="4961128" cy="143732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GB" dirty="0"/>
              <a:t>Click to add your title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2B7A07-3D90-F504-8C5E-0A395AC7D47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000" y="4442400"/>
            <a:ext cx="496535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 or presenter information</a:t>
            </a:r>
            <a:endParaRPr lang="en-US" dirty="0"/>
          </a:p>
        </p:txBody>
      </p:sp>
      <p:sp>
        <p:nvSpPr>
          <p:cNvPr id="4" name="Online Image Placeholder 4">
            <a:extLst>
              <a:ext uri="{FF2B5EF4-FFF2-40B4-BE49-F238E27FC236}">
                <a16:creationId xmlns:a16="http://schemas.microsoft.com/office/drawing/2014/main" id="{9E690A32-3F06-FF95-DFAC-DDCF6F5102DE}"/>
              </a:ext>
            </a:extLst>
          </p:cNvPr>
          <p:cNvSpPr>
            <a:spLocks noGrp="1"/>
          </p:cNvSpPr>
          <p:nvPr>
            <p:ph type="clipArt" sz="quarter" idx="10"/>
          </p:nvPr>
        </p:nvSpPr>
        <p:spPr>
          <a:xfrm>
            <a:off x="6215605" y="0"/>
            <a:ext cx="5976395" cy="6858000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46023" r="-26103"/>
            </a:stretch>
          </a:blipFill>
        </p:spPr>
        <p:txBody>
          <a:bodyPr/>
          <a:lstStyle/>
          <a:p>
            <a:r>
              <a:rPr lang="en-US"/>
              <a:t>Click icon to add online image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C60056-6100-A361-BF12-EC09BAFFCCA2}"/>
              </a:ext>
            </a:extLst>
          </p:cNvPr>
          <p:cNvCxnSpPr>
            <a:cxnSpLocks/>
          </p:cNvCxnSpPr>
          <p:nvPr/>
        </p:nvCxnSpPr>
        <p:spPr>
          <a:xfrm>
            <a:off x="720000" y="4219962"/>
            <a:ext cx="4964400" cy="0"/>
          </a:xfrm>
          <a:prstGeom prst="line">
            <a:avLst/>
          </a:prstGeom>
          <a:ln w="38100">
            <a:gradFill>
              <a:gsLst>
                <a:gs pos="0">
                  <a:srgbClr val="FFE900"/>
                </a:gs>
                <a:gs pos="47000">
                  <a:srgbClr val="D60571"/>
                </a:gs>
                <a:gs pos="100000">
                  <a:srgbClr val="2E247A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4647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0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1B941-9FD2-845E-6F72-9458AC5AD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46" y="387000"/>
            <a:ext cx="8661495" cy="16056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59E9-1DB3-DA5B-4E8A-CA8B80516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46" y="2196725"/>
            <a:ext cx="11072446" cy="43453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F69B938-0046-B142-6994-59341E147E9D}"/>
              </a:ext>
            </a:extLst>
          </p:cNvPr>
          <p:cNvCxnSpPr>
            <a:cxnSpLocks/>
          </p:cNvCxnSpPr>
          <p:nvPr/>
        </p:nvCxnSpPr>
        <p:spPr>
          <a:xfrm rot="5400000">
            <a:off x="-2700821" y="3462777"/>
            <a:ext cx="6152400" cy="0"/>
          </a:xfrm>
          <a:prstGeom prst="line">
            <a:avLst/>
          </a:prstGeom>
          <a:ln w="38100">
            <a:gradFill>
              <a:gsLst>
                <a:gs pos="0">
                  <a:srgbClr val="FFE900"/>
                </a:gs>
                <a:gs pos="47000">
                  <a:srgbClr val="D60571"/>
                </a:gs>
                <a:gs pos="100000">
                  <a:srgbClr val="2E247A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2576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02_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1B941-9FD2-845E-6F72-9458AC5AD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47" y="386577"/>
            <a:ext cx="5062076" cy="16056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59E9-1DB3-DA5B-4E8A-CA8B80516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46" y="2196725"/>
            <a:ext cx="5062077" cy="433789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0961B1-C172-C075-5741-3E82439EC9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177919" y="478175"/>
            <a:ext cx="1450799" cy="88740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C495E79-5251-D5B1-F69F-7C529EF87D20}"/>
              </a:ext>
            </a:extLst>
          </p:cNvPr>
          <p:cNvCxnSpPr>
            <a:cxnSpLocks/>
          </p:cNvCxnSpPr>
          <p:nvPr/>
        </p:nvCxnSpPr>
        <p:spPr>
          <a:xfrm rot="5400000">
            <a:off x="-2700821" y="3462777"/>
            <a:ext cx="6152400" cy="0"/>
          </a:xfrm>
          <a:prstGeom prst="line">
            <a:avLst/>
          </a:prstGeom>
          <a:ln w="38100">
            <a:gradFill>
              <a:gsLst>
                <a:gs pos="0">
                  <a:srgbClr val="FFE900"/>
                </a:gs>
                <a:gs pos="47000">
                  <a:srgbClr val="D60571"/>
                </a:gs>
                <a:gs pos="100000">
                  <a:srgbClr val="2E247A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nline Image Placeholder 4">
            <a:extLst>
              <a:ext uri="{FF2B5EF4-FFF2-40B4-BE49-F238E27FC236}">
                <a16:creationId xmlns:a16="http://schemas.microsoft.com/office/drawing/2014/main" id="{7E9FB7D2-7F45-99BE-8DC1-9E058C43593F}"/>
              </a:ext>
            </a:extLst>
          </p:cNvPr>
          <p:cNvSpPr>
            <a:spLocks noGrp="1"/>
          </p:cNvSpPr>
          <p:nvPr>
            <p:ph type="clipArt" sz="quarter" idx="10"/>
          </p:nvPr>
        </p:nvSpPr>
        <p:spPr>
          <a:xfrm>
            <a:off x="6043613" y="0"/>
            <a:ext cx="6148387" cy="6858000"/>
          </a:xfr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31661" r="-35651"/>
            </a:stretch>
          </a:blipFill>
        </p:spPr>
        <p:txBody>
          <a:bodyPr/>
          <a:lstStyle/>
          <a:p>
            <a:r>
              <a:rPr lang="en-US"/>
              <a:t>Click icon to add online image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5429F29-90A7-CAB8-19B7-26DDFB4B1A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177918" y="478175"/>
            <a:ext cx="1450799" cy="88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454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1B941-9FD2-845E-6F72-9458AC5AD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47" y="386577"/>
            <a:ext cx="5062076" cy="16056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59E9-1DB3-DA5B-4E8A-CA8B80516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46" y="2196725"/>
            <a:ext cx="5062077" cy="433789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0961B1-C172-C075-5741-3E82439EC9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177919" y="478175"/>
            <a:ext cx="1450799" cy="88740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C495E79-5251-D5B1-F69F-7C529EF87D20}"/>
              </a:ext>
            </a:extLst>
          </p:cNvPr>
          <p:cNvCxnSpPr>
            <a:cxnSpLocks/>
          </p:cNvCxnSpPr>
          <p:nvPr/>
        </p:nvCxnSpPr>
        <p:spPr>
          <a:xfrm rot="5400000">
            <a:off x="-2700821" y="3462777"/>
            <a:ext cx="6152400" cy="0"/>
          </a:xfrm>
          <a:prstGeom prst="line">
            <a:avLst/>
          </a:prstGeom>
          <a:ln w="38100">
            <a:gradFill>
              <a:gsLst>
                <a:gs pos="0">
                  <a:srgbClr val="FFE900"/>
                </a:gs>
                <a:gs pos="47000">
                  <a:srgbClr val="D60571"/>
                </a:gs>
                <a:gs pos="100000">
                  <a:srgbClr val="2E247A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84855479-333F-B62A-BEB1-90FFA977BA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754" r="3150"/>
          <a:stretch>
            <a:fillRect/>
          </a:stretch>
        </p:blipFill>
        <p:spPr>
          <a:xfrm rot="16200000">
            <a:off x="5677797" y="343795"/>
            <a:ext cx="6858001" cy="61704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E0B1C01-6558-183B-C0CE-C549466321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177346" y="480597"/>
            <a:ext cx="1451946" cy="88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343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03_Title and Content Columns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99556-F453-4368-2934-4A4E40421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000" y="387001"/>
            <a:ext cx="8985739" cy="16056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E3FA5-6FE0-9512-B46F-0266F2063C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6846" y="2839361"/>
            <a:ext cx="5222162" cy="369525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41EA7A-CA12-5FB5-17DE-EC11D2B2B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55809" y="2839361"/>
            <a:ext cx="5220000" cy="369525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817947F-B8B4-D1B8-33C9-171E31B1B54B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58000" y="2111297"/>
            <a:ext cx="5221008" cy="60936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DB97C425-8B7C-D9B8-8DC4-FE331E2953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955809" y="2111297"/>
            <a:ext cx="5220000" cy="60936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F477DD7-622C-4893-02E1-A14210CB4930}"/>
              </a:ext>
            </a:extLst>
          </p:cNvPr>
          <p:cNvCxnSpPr>
            <a:cxnSpLocks/>
          </p:cNvCxnSpPr>
          <p:nvPr/>
        </p:nvCxnSpPr>
        <p:spPr>
          <a:xfrm rot="5400000">
            <a:off x="-2700821" y="3462777"/>
            <a:ext cx="6152400" cy="0"/>
          </a:xfrm>
          <a:prstGeom prst="line">
            <a:avLst/>
          </a:prstGeom>
          <a:ln w="38100">
            <a:gradFill>
              <a:gsLst>
                <a:gs pos="0">
                  <a:srgbClr val="FFE900"/>
                </a:gs>
                <a:gs pos="47000">
                  <a:srgbClr val="D60571"/>
                </a:gs>
                <a:gs pos="100000">
                  <a:srgbClr val="2E247A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5048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0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1B941-9FD2-845E-6F72-9458AC5AD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46" y="387000"/>
            <a:ext cx="8661495" cy="16056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59E9-1DB3-DA5B-4E8A-CA8B80516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46" y="2196725"/>
            <a:ext cx="11072446" cy="43453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F69B938-0046-B142-6994-59341E147E9D}"/>
              </a:ext>
            </a:extLst>
          </p:cNvPr>
          <p:cNvCxnSpPr>
            <a:cxnSpLocks/>
          </p:cNvCxnSpPr>
          <p:nvPr/>
        </p:nvCxnSpPr>
        <p:spPr>
          <a:xfrm rot="5400000">
            <a:off x="-2700821" y="3462777"/>
            <a:ext cx="6152400" cy="0"/>
          </a:xfrm>
          <a:prstGeom prst="line">
            <a:avLst/>
          </a:prstGeom>
          <a:ln w="38100">
            <a:gradFill>
              <a:gsLst>
                <a:gs pos="0">
                  <a:srgbClr val="FFE900"/>
                </a:gs>
                <a:gs pos="47000">
                  <a:srgbClr val="D60571"/>
                </a:gs>
                <a:gs pos="100000">
                  <a:srgbClr val="2E247A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2004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2_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1B941-9FD2-845E-6F72-9458AC5AD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47" y="386577"/>
            <a:ext cx="5062076" cy="16056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59E9-1DB3-DA5B-4E8A-CA8B80516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46" y="2196725"/>
            <a:ext cx="5062077" cy="433789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0961B1-C172-C075-5741-3E82439EC9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177919" y="478175"/>
            <a:ext cx="1450799" cy="88740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C495E79-5251-D5B1-F69F-7C529EF87D20}"/>
              </a:ext>
            </a:extLst>
          </p:cNvPr>
          <p:cNvCxnSpPr>
            <a:cxnSpLocks/>
          </p:cNvCxnSpPr>
          <p:nvPr/>
        </p:nvCxnSpPr>
        <p:spPr>
          <a:xfrm rot="5400000">
            <a:off x="-2700821" y="3462777"/>
            <a:ext cx="6152400" cy="0"/>
          </a:xfrm>
          <a:prstGeom prst="line">
            <a:avLst/>
          </a:prstGeom>
          <a:ln w="38100">
            <a:gradFill>
              <a:gsLst>
                <a:gs pos="0">
                  <a:srgbClr val="FFE900"/>
                </a:gs>
                <a:gs pos="47000">
                  <a:srgbClr val="D60571"/>
                </a:gs>
                <a:gs pos="100000">
                  <a:srgbClr val="2E247A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nline Image Placeholder 4">
            <a:extLst>
              <a:ext uri="{FF2B5EF4-FFF2-40B4-BE49-F238E27FC236}">
                <a16:creationId xmlns:a16="http://schemas.microsoft.com/office/drawing/2014/main" id="{7E9FB7D2-7F45-99BE-8DC1-9E058C43593F}"/>
              </a:ext>
            </a:extLst>
          </p:cNvPr>
          <p:cNvSpPr>
            <a:spLocks noGrp="1"/>
          </p:cNvSpPr>
          <p:nvPr>
            <p:ph type="clipArt" sz="quarter" idx="10"/>
          </p:nvPr>
        </p:nvSpPr>
        <p:spPr>
          <a:xfrm>
            <a:off x="6043613" y="0"/>
            <a:ext cx="6148387" cy="6858000"/>
          </a:xfr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31661" r="-35651"/>
            </a:stretch>
          </a:blipFill>
        </p:spPr>
        <p:txBody>
          <a:bodyPr/>
          <a:lstStyle/>
          <a:p>
            <a:r>
              <a:rPr lang="en-US"/>
              <a:t>Click icon to add online image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5429F29-90A7-CAB8-19B7-26DDFB4B1A0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177918" y="478175"/>
            <a:ext cx="1450799" cy="88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98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1B941-9FD2-845E-6F72-9458AC5AD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47" y="386577"/>
            <a:ext cx="5062076" cy="16056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59E9-1DB3-DA5B-4E8A-CA8B80516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46" y="2196725"/>
            <a:ext cx="5062077" cy="433789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0961B1-C172-C075-5741-3E82439EC9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177919" y="478175"/>
            <a:ext cx="1450799" cy="88740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C495E79-5251-D5B1-F69F-7C529EF87D20}"/>
              </a:ext>
            </a:extLst>
          </p:cNvPr>
          <p:cNvCxnSpPr>
            <a:cxnSpLocks/>
          </p:cNvCxnSpPr>
          <p:nvPr/>
        </p:nvCxnSpPr>
        <p:spPr>
          <a:xfrm rot="5400000">
            <a:off x="-2700821" y="3462777"/>
            <a:ext cx="6152400" cy="0"/>
          </a:xfrm>
          <a:prstGeom prst="line">
            <a:avLst/>
          </a:prstGeom>
          <a:ln w="38100">
            <a:gradFill>
              <a:gsLst>
                <a:gs pos="0">
                  <a:srgbClr val="FFE900"/>
                </a:gs>
                <a:gs pos="47000">
                  <a:srgbClr val="D60571"/>
                </a:gs>
                <a:gs pos="100000">
                  <a:srgbClr val="2E247A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84855479-333F-B62A-BEB1-90FFA977BA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754" r="3150"/>
          <a:stretch>
            <a:fillRect/>
          </a:stretch>
        </p:blipFill>
        <p:spPr>
          <a:xfrm rot="16200000">
            <a:off x="5677797" y="343795"/>
            <a:ext cx="6858001" cy="61704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E0B1C01-6558-183B-C0CE-C549466321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177346" y="480597"/>
            <a:ext cx="1451946" cy="88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86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3_Title and Content Columns_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99556-F453-4368-2934-4A4E40421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000" y="387001"/>
            <a:ext cx="8985739" cy="16056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E3FA5-6FE0-9512-B46F-0266F2063C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6846" y="2839361"/>
            <a:ext cx="5222162" cy="369525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41EA7A-CA12-5FB5-17DE-EC11D2B2B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55809" y="2839361"/>
            <a:ext cx="5220000" cy="369525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817947F-B8B4-D1B8-33C9-171E31B1B54B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58000" y="2111297"/>
            <a:ext cx="5221008" cy="60936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DB97C425-8B7C-D9B8-8DC4-FE331E2953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955809" y="2111297"/>
            <a:ext cx="5220000" cy="60936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F477DD7-622C-4893-02E1-A14210CB4930}"/>
              </a:ext>
            </a:extLst>
          </p:cNvPr>
          <p:cNvCxnSpPr>
            <a:cxnSpLocks/>
          </p:cNvCxnSpPr>
          <p:nvPr/>
        </p:nvCxnSpPr>
        <p:spPr>
          <a:xfrm rot="5400000">
            <a:off x="-2700821" y="3462777"/>
            <a:ext cx="6152400" cy="0"/>
          </a:xfrm>
          <a:prstGeom prst="line">
            <a:avLst/>
          </a:prstGeom>
          <a:ln w="38100">
            <a:gradFill>
              <a:gsLst>
                <a:gs pos="0">
                  <a:srgbClr val="FFE900"/>
                </a:gs>
                <a:gs pos="47000">
                  <a:srgbClr val="D60571"/>
                </a:gs>
                <a:gs pos="100000">
                  <a:srgbClr val="2E247A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4260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4_Title and Content Columns_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99556-F453-4368-2934-4A4E40421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000" y="387001"/>
            <a:ext cx="8985739" cy="16056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E3FA5-6FE0-9512-B46F-0266F2063C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6846" y="2196725"/>
            <a:ext cx="5222162" cy="433789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41EA7A-CA12-5FB5-17DE-EC11D2B2B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55809" y="2196725"/>
            <a:ext cx="5220000" cy="433789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0640CAA-6950-4DEC-4CD2-AEC7420CE271}"/>
              </a:ext>
            </a:extLst>
          </p:cNvPr>
          <p:cNvCxnSpPr>
            <a:cxnSpLocks/>
          </p:cNvCxnSpPr>
          <p:nvPr/>
        </p:nvCxnSpPr>
        <p:spPr>
          <a:xfrm rot="5400000">
            <a:off x="-2700821" y="3462777"/>
            <a:ext cx="6152400" cy="0"/>
          </a:xfrm>
          <a:prstGeom prst="line">
            <a:avLst/>
          </a:prstGeom>
          <a:ln w="38100">
            <a:gradFill>
              <a:gsLst>
                <a:gs pos="0">
                  <a:srgbClr val="FFE900"/>
                </a:gs>
                <a:gs pos="47000">
                  <a:srgbClr val="D60571"/>
                </a:gs>
                <a:gs pos="100000">
                  <a:srgbClr val="2E247A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33452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5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DB09BBE-34D1-0A9B-A2FF-5204D85185F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88939" y="1360449"/>
            <a:ext cx="4059394" cy="3453513"/>
          </a:xfrm>
        </p:spPr>
        <p:txBody>
          <a:bodyPr anchor="b" anchorCtr="0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lang="en-GB" sz="2400" b="0" smtClean="0">
                <a:effectLst/>
                <a:latin typeface="Georgia" panose="02040502050405020303" pitchFamily="18" charset="0"/>
              </a:defRPr>
            </a:lvl1pPr>
          </a:lstStyle>
          <a:p>
            <a:pPr lvl="0"/>
            <a:r>
              <a:rPr lang="en-GB" dirty="0"/>
              <a:t>“ Quote box ”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FC63562-ADF3-F144-F249-53E8E6CA175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9726" y="5091217"/>
            <a:ext cx="4058607" cy="3139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lang="en-GB" sz="1600" b="1" smtClean="0">
                <a:effectLst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Name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D905D7C-26BE-A45A-BF07-4320D5C072C1}"/>
              </a:ext>
            </a:extLst>
          </p:cNvPr>
          <p:cNvCxnSpPr>
            <a:cxnSpLocks/>
          </p:cNvCxnSpPr>
          <p:nvPr/>
        </p:nvCxnSpPr>
        <p:spPr>
          <a:xfrm rot="10800000">
            <a:off x="5632332" y="4951648"/>
            <a:ext cx="4716000" cy="0"/>
          </a:xfrm>
          <a:prstGeom prst="line">
            <a:avLst/>
          </a:prstGeom>
          <a:ln w="38100">
            <a:gradFill>
              <a:gsLst>
                <a:gs pos="0">
                  <a:srgbClr val="FFE900"/>
                </a:gs>
                <a:gs pos="47000">
                  <a:srgbClr val="D60571"/>
                </a:gs>
                <a:gs pos="100000">
                  <a:srgbClr val="2E247A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B08452D-BDB9-D8BE-4F12-63E57A88DCF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4991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5609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01_Title Slide_No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ECED6-F195-67EF-6DC9-B46C679C42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069" y="2559600"/>
            <a:ext cx="10753863" cy="143732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GB" dirty="0"/>
              <a:t>Click to add your title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2B7A07-3D90-F504-8C5E-0A395AC7D47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19400" y="4442400"/>
            <a:ext cx="107532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 or presenter information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6D15FB6-8674-A4C1-D9A4-1A2DD58DBBDC}"/>
              </a:ext>
            </a:extLst>
          </p:cNvPr>
          <p:cNvCxnSpPr>
            <a:cxnSpLocks/>
          </p:cNvCxnSpPr>
          <p:nvPr/>
        </p:nvCxnSpPr>
        <p:spPr>
          <a:xfrm>
            <a:off x="719400" y="4219661"/>
            <a:ext cx="10753200" cy="0"/>
          </a:xfrm>
          <a:prstGeom prst="line">
            <a:avLst/>
          </a:prstGeom>
          <a:ln w="38100">
            <a:gradFill>
              <a:gsLst>
                <a:gs pos="0">
                  <a:srgbClr val="FFE900"/>
                </a:gs>
                <a:gs pos="47000">
                  <a:srgbClr val="D60571"/>
                </a:gs>
                <a:gs pos="100000">
                  <a:srgbClr val="2E247A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34358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bg>
      <p:bgPr>
        <a:solidFill>
          <a:srgbClr val="1516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ECED6-F195-67EF-6DC9-B46C679C429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0000" y="2560201"/>
            <a:ext cx="4961128" cy="143732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GB" dirty="0"/>
              <a:t>Click to add your title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2B7A07-3D90-F504-8C5E-0A395AC7D47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0000" y="4442400"/>
            <a:ext cx="496535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add subtitle or presenter information</a:t>
            </a:r>
            <a:endParaRPr lang="en-US" dirty="0"/>
          </a:p>
        </p:txBody>
      </p:sp>
      <p:sp>
        <p:nvSpPr>
          <p:cNvPr id="4" name="Online Image Placeholder 4">
            <a:extLst>
              <a:ext uri="{FF2B5EF4-FFF2-40B4-BE49-F238E27FC236}">
                <a16:creationId xmlns:a16="http://schemas.microsoft.com/office/drawing/2014/main" id="{9E690A32-3F06-FF95-DFAC-DDCF6F5102DE}"/>
              </a:ext>
            </a:extLst>
          </p:cNvPr>
          <p:cNvSpPr>
            <a:spLocks noGrp="1"/>
          </p:cNvSpPr>
          <p:nvPr>
            <p:ph type="clipArt" sz="quarter" idx="10"/>
          </p:nvPr>
        </p:nvSpPr>
        <p:spPr>
          <a:xfrm>
            <a:off x="6215605" y="0"/>
            <a:ext cx="5976395" cy="6858000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46023" r="-26103"/>
            </a:stretch>
          </a:blipFill>
        </p:spPr>
        <p:txBody>
          <a:bodyPr/>
          <a:lstStyle/>
          <a:p>
            <a:r>
              <a:rPr lang="en-US"/>
              <a:t>Click icon to add online image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EC60056-6100-A361-BF12-EC09BAFFCCA2}"/>
              </a:ext>
            </a:extLst>
          </p:cNvPr>
          <p:cNvCxnSpPr>
            <a:cxnSpLocks/>
          </p:cNvCxnSpPr>
          <p:nvPr/>
        </p:nvCxnSpPr>
        <p:spPr>
          <a:xfrm>
            <a:off x="720000" y="4219962"/>
            <a:ext cx="4964400" cy="0"/>
          </a:xfrm>
          <a:prstGeom prst="line">
            <a:avLst/>
          </a:prstGeom>
          <a:ln w="38100">
            <a:gradFill>
              <a:gsLst>
                <a:gs pos="0">
                  <a:srgbClr val="FFE900"/>
                </a:gs>
                <a:gs pos="47000">
                  <a:srgbClr val="D60571"/>
                </a:gs>
                <a:gs pos="100000">
                  <a:srgbClr val="2E247A"/>
                </a:gs>
              </a:gsLst>
              <a:lin ang="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3225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01_Title and Content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1B941-9FD2-845E-6F72-9458AC5AD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46" y="387000"/>
            <a:ext cx="8661495" cy="16056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59E9-1DB3-DA5B-4E8A-CA8B80516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46" y="2196725"/>
            <a:ext cx="11072446" cy="43453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AD5A195-E844-333E-5D97-4EE4F6F90D5F}"/>
              </a:ext>
            </a:extLst>
          </p:cNvPr>
          <p:cNvPicPr>
            <a:picLocks/>
          </p:cNvPicPr>
          <p:nvPr/>
        </p:nvPicPr>
        <p:blipFill>
          <a:blip r:embed="rId2"/>
          <a:srcRect/>
          <a:stretch/>
        </p:blipFill>
        <p:spPr>
          <a:xfrm rot="5400000">
            <a:off x="382311" y="3441665"/>
            <a:ext cx="377" cy="45719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7E7E89F-5053-7665-7C3D-4E1B3910E54A}"/>
              </a:ext>
            </a:extLst>
          </p:cNvPr>
          <p:cNvCxnSpPr>
            <a:cxnSpLocks/>
          </p:cNvCxnSpPr>
          <p:nvPr/>
        </p:nvCxnSpPr>
        <p:spPr>
          <a:xfrm rot="5400000">
            <a:off x="-2700821" y="3462777"/>
            <a:ext cx="6152400" cy="0"/>
          </a:xfrm>
          <a:prstGeom prst="line">
            <a:avLst/>
          </a:prstGeom>
          <a:ln w="38100">
            <a:gradFill>
              <a:gsLst>
                <a:gs pos="0">
                  <a:srgbClr val="FFE900"/>
                </a:gs>
                <a:gs pos="63000">
                  <a:srgbClr val="74C4E9"/>
                </a:gs>
                <a:gs pos="100000">
                  <a:srgbClr val="2E247A"/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51602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 with Image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nline Image Placeholder 4">
            <a:extLst>
              <a:ext uri="{FF2B5EF4-FFF2-40B4-BE49-F238E27FC236}">
                <a16:creationId xmlns:a16="http://schemas.microsoft.com/office/drawing/2014/main" id="{753D6C73-4042-0382-FCED-F6E174E73E2A}"/>
              </a:ext>
            </a:extLst>
          </p:cNvPr>
          <p:cNvSpPr>
            <a:spLocks noGrp="1"/>
          </p:cNvSpPr>
          <p:nvPr>
            <p:ph type="clipArt" sz="quarter" idx="10"/>
          </p:nvPr>
        </p:nvSpPr>
        <p:spPr>
          <a:xfrm>
            <a:off x="6043613" y="0"/>
            <a:ext cx="6148387" cy="6858000"/>
          </a:xfr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-31842" r="-35470"/>
            </a:stretch>
          </a:blipFill>
        </p:spPr>
        <p:txBody>
          <a:bodyPr/>
          <a:lstStyle/>
          <a:p>
            <a:r>
              <a:rPr lang="en-US"/>
              <a:t>Click icon to add online image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A1B941-9FD2-845E-6F72-9458AC5AD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47" y="386577"/>
            <a:ext cx="5062076" cy="16056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59E9-1DB3-DA5B-4E8A-CA8B80516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46" y="2196725"/>
            <a:ext cx="5062077" cy="433789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13F4BF-16E0-F238-AB2E-27F2EBB21C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177919" y="478175"/>
            <a:ext cx="1450799" cy="88740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CA66B9F-465F-9DFF-3415-102897BD0A1A}"/>
              </a:ext>
            </a:extLst>
          </p:cNvPr>
          <p:cNvCxnSpPr>
            <a:cxnSpLocks/>
          </p:cNvCxnSpPr>
          <p:nvPr/>
        </p:nvCxnSpPr>
        <p:spPr>
          <a:xfrm rot="5400000">
            <a:off x="-2700821" y="3462777"/>
            <a:ext cx="6152400" cy="0"/>
          </a:xfrm>
          <a:prstGeom prst="line">
            <a:avLst/>
          </a:prstGeom>
          <a:ln w="38100">
            <a:gradFill>
              <a:gsLst>
                <a:gs pos="0">
                  <a:srgbClr val="FFE900"/>
                </a:gs>
                <a:gs pos="63000">
                  <a:srgbClr val="74C4E9"/>
                </a:gs>
                <a:gs pos="100000">
                  <a:srgbClr val="2E247A"/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84215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3_Title and Content Columns_a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99556-F453-4368-2934-4A4E40421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000" y="387001"/>
            <a:ext cx="8985739" cy="16056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E3FA5-6FE0-9512-B46F-0266F2063C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6846" y="2839361"/>
            <a:ext cx="5222162" cy="369525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41EA7A-CA12-5FB5-17DE-EC11D2B2B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55809" y="2839361"/>
            <a:ext cx="5220000" cy="369525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817947F-B8B4-D1B8-33C9-171E31B1B54B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558000" y="2111297"/>
            <a:ext cx="5221008" cy="60936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rgbClr val="2E247A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DB97C425-8B7C-D9B8-8DC4-FE331E2953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955809" y="2111297"/>
            <a:ext cx="5220000" cy="60936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rgbClr val="2E247A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8A61D14-1F93-F128-AB0B-0168B25A8AD3}"/>
              </a:ext>
            </a:extLst>
          </p:cNvPr>
          <p:cNvCxnSpPr>
            <a:cxnSpLocks/>
          </p:cNvCxnSpPr>
          <p:nvPr/>
        </p:nvCxnSpPr>
        <p:spPr>
          <a:xfrm rot="5400000">
            <a:off x="-2700821" y="3462777"/>
            <a:ext cx="6152400" cy="0"/>
          </a:xfrm>
          <a:prstGeom prst="line">
            <a:avLst/>
          </a:prstGeom>
          <a:ln w="38100">
            <a:gradFill>
              <a:gsLst>
                <a:gs pos="0">
                  <a:srgbClr val="FFE900"/>
                </a:gs>
                <a:gs pos="63000">
                  <a:srgbClr val="74C4E9"/>
                </a:gs>
                <a:gs pos="100000">
                  <a:srgbClr val="2E247A"/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20926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4_Title and Content Columns_b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99556-F453-4368-2934-4A4E40421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000" y="387001"/>
            <a:ext cx="8985739" cy="16056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E3FA5-6FE0-9512-B46F-0266F2063C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6846" y="2196725"/>
            <a:ext cx="5222162" cy="433789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41EA7A-CA12-5FB5-17DE-EC11D2B2B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55809" y="2196725"/>
            <a:ext cx="5220000" cy="433789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5A9890C-6DEC-07AD-9771-87B6A7D7586E}"/>
              </a:ext>
            </a:extLst>
          </p:cNvPr>
          <p:cNvCxnSpPr>
            <a:cxnSpLocks/>
          </p:cNvCxnSpPr>
          <p:nvPr/>
        </p:nvCxnSpPr>
        <p:spPr>
          <a:xfrm rot="5400000">
            <a:off x="-2700821" y="3462777"/>
            <a:ext cx="6152400" cy="0"/>
          </a:xfrm>
          <a:prstGeom prst="line">
            <a:avLst/>
          </a:prstGeom>
          <a:ln w="38100">
            <a:gradFill>
              <a:gsLst>
                <a:gs pos="0">
                  <a:srgbClr val="FFE900"/>
                </a:gs>
                <a:gs pos="63000">
                  <a:srgbClr val="74C4E9"/>
                </a:gs>
                <a:gs pos="100000">
                  <a:srgbClr val="2E247A"/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58633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Content with Image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1B941-9FD2-845E-6F72-9458AC5AD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47" y="386577"/>
            <a:ext cx="5062076" cy="16056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659E9-1DB3-DA5B-4E8A-CA8B80516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46" y="2196725"/>
            <a:ext cx="5062077" cy="433789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13F4BF-16E0-F238-AB2E-27F2EBB21C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177919" y="478175"/>
            <a:ext cx="1450799" cy="88740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CA66B9F-465F-9DFF-3415-102897BD0A1A}"/>
              </a:ext>
            </a:extLst>
          </p:cNvPr>
          <p:cNvCxnSpPr>
            <a:cxnSpLocks/>
          </p:cNvCxnSpPr>
          <p:nvPr/>
        </p:nvCxnSpPr>
        <p:spPr>
          <a:xfrm rot="5400000">
            <a:off x="-2700821" y="3462777"/>
            <a:ext cx="6152400" cy="0"/>
          </a:xfrm>
          <a:prstGeom prst="line">
            <a:avLst/>
          </a:prstGeom>
          <a:ln w="38100">
            <a:gradFill>
              <a:gsLst>
                <a:gs pos="0">
                  <a:srgbClr val="FFE900"/>
                </a:gs>
                <a:gs pos="63000">
                  <a:srgbClr val="74C4E9"/>
                </a:gs>
                <a:gs pos="100000">
                  <a:srgbClr val="2E247A"/>
                </a:gs>
              </a:gsLst>
              <a:lin ang="10800000" scaled="0"/>
            </a:gra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68CBE66-D6AF-19E3-90BE-1358A3AB2A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754" r="3150"/>
          <a:stretch>
            <a:fillRect/>
          </a:stretch>
        </p:blipFill>
        <p:spPr>
          <a:xfrm rot="16200000">
            <a:off x="5677797" y="343795"/>
            <a:ext cx="6858001" cy="6170409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2D29206-8FD2-3C32-FA5C-AD47B72C1E0A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556846" y="2196725"/>
            <a:ext cx="5222162" cy="433789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A64900-7F27-20F2-7447-A1BB6AFEB18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177346" y="480597"/>
            <a:ext cx="1451946" cy="88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2429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DB09BBE-34D1-0A9B-A2FF-5204D85185F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88939" y="1360449"/>
            <a:ext cx="4059394" cy="3453513"/>
          </a:xfrm>
        </p:spPr>
        <p:txBody>
          <a:bodyPr anchor="b" anchorCtr="0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lang="en-GB" sz="2400" b="0" smtClean="0">
                <a:effectLst/>
                <a:latin typeface="Georgia" panose="02040502050405020303" pitchFamily="18" charset="0"/>
              </a:defRPr>
            </a:lvl1pPr>
          </a:lstStyle>
          <a:p>
            <a:pPr lvl="0"/>
            <a:r>
              <a:rPr lang="en-GB" dirty="0"/>
              <a:t>“ Quote box ”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FC63562-ADF3-F144-F249-53E8E6CA175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9726" y="5091217"/>
            <a:ext cx="4058607" cy="313932"/>
          </a:xfrm>
          <a:prstGeom prst="rect">
            <a:avLst/>
          </a:prstGeom>
        </p:spPr>
        <p:txBody>
          <a:bodyPr wrap="square" anchor="t" anchorCtr="0">
            <a:spAutoFit/>
          </a:bodyPr>
          <a:lstStyle>
            <a:lvl1pPr marL="0" indent="0">
              <a:buNone/>
              <a:defRPr lang="en-GB" sz="1600" b="1" smtClean="0">
                <a:effectLst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Name 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CB08452D-BDB9-D8BE-4F12-63E57A88DCF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4991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7D4559-C012-59AE-8E84-BC8BC5CD5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7950474" y="2486589"/>
            <a:ext cx="29252" cy="493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005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10" Type="http://schemas.openxmlformats.org/officeDocument/2006/relationships/image" Target="../media/image6.png"/><Relationship Id="rId4" Type="http://schemas.openxmlformats.org/officeDocument/2006/relationships/slideLayout" Target="../slideLayouts/slideLayout10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emf"/><Relationship Id="rId3" Type="http://schemas.openxmlformats.org/officeDocument/2006/relationships/slideLayout" Target="../slideLayouts/slideLayout17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516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A323C92-A190-87F4-74B8-98D56E97ADD3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719069" y="724398"/>
            <a:ext cx="1932027" cy="1180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0227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Georgia" panose="02040502050405020303" pitchFamily="18" charset="0"/>
          <a:ea typeface="+mj-ea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rgbClr val="FFE900"/>
        </a:buClr>
        <a:buFont typeface="Arial" panose="020B0604020202020204" pitchFamily="34" charset="0"/>
        <a:buNone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Clr>
          <a:srgbClr val="FFE900"/>
        </a:buClr>
        <a:buFont typeface="Arial" panose="020B0604020202020204" pitchFamily="34" charset="0"/>
        <a:buNone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Clr>
          <a:srgbClr val="FFE900"/>
        </a:buClr>
        <a:buFont typeface="Arial" panose="020B0604020202020204" pitchFamily="34" charset="0"/>
        <a:buNone/>
        <a:defRPr sz="16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Clr>
          <a:srgbClr val="FFE900"/>
        </a:buClr>
        <a:buFont typeface="Arial" panose="020B0604020202020204" pitchFamily="34" charset="0"/>
        <a:buNone/>
        <a:defRPr sz="1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Clr>
          <a:srgbClr val="FFE900"/>
        </a:buClr>
        <a:buFont typeface="Arial" panose="020B0604020202020204" pitchFamily="34" charset="0"/>
        <a:buNone/>
        <a:defRPr sz="1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516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5ABDFC-B97E-B84F-35B5-107AD8F52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46" y="478175"/>
            <a:ext cx="8985739" cy="15029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33971-586D-1FDD-4C0A-0A1BD4B028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6846" y="2196725"/>
            <a:ext cx="11072446" cy="4183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EEA2CC-8BAB-F81F-B13C-9BC6BDA51928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0177346" y="480597"/>
            <a:ext cx="1451946" cy="88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957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Georgia" panose="02040502050405020303" pitchFamily="18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FFE900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E900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E900"/>
        </a:buClr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E900"/>
        </a:buClr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E900"/>
        </a:buClr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5ABDFC-B97E-B84F-35B5-107AD8F52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46" y="387001"/>
            <a:ext cx="8985739" cy="150298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33971-586D-1FDD-4C0A-0A1BD4B028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6846" y="2196725"/>
            <a:ext cx="11072446" cy="4183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EEA2CC-8BAB-F81F-B13C-9BC6BDA5192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177919" y="478175"/>
            <a:ext cx="1450799" cy="88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1467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2E247A"/>
          </a:solidFill>
          <a:latin typeface="Georgia" panose="02040502050405020303" pitchFamily="18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2E247A"/>
        </a:buClr>
        <a:buFont typeface="Arial" panose="020B0604020202020204" pitchFamily="34" charset="0"/>
        <a:buChar char="•"/>
        <a:defRPr sz="2000" kern="1200">
          <a:solidFill>
            <a:srgbClr val="151646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247A"/>
        </a:buClr>
        <a:buFont typeface="Arial" panose="020B0604020202020204" pitchFamily="34" charset="0"/>
        <a:buChar char="•"/>
        <a:defRPr sz="1800" kern="1200">
          <a:solidFill>
            <a:srgbClr val="151646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247A"/>
        </a:buClr>
        <a:buFont typeface="Arial" panose="020B0604020202020204" pitchFamily="34" charset="0"/>
        <a:buChar char="•"/>
        <a:defRPr sz="1600" kern="1200">
          <a:solidFill>
            <a:srgbClr val="151646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247A"/>
        </a:buClr>
        <a:buFont typeface="Arial" panose="020B0604020202020204" pitchFamily="34" charset="0"/>
        <a:buChar char="•"/>
        <a:defRPr sz="1400" kern="1200">
          <a:solidFill>
            <a:srgbClr val="151646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247A"/>
        </a:buClr>
        <a:buFont typeface="Arial" panose="020B0604020202020204" pitchFamily="34" charset="0"/>
        <a:buChar char="•"/>
        <a:defRPr sz="1400" kern="1200">
          <a:solidFill>
            <a:srgbClr val="151646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thorlabs.com/item/P3-1550PM-FC-5" TargetMode="External"/><Relationship Id="rId13" Type="http://schemas.openxmlformats.org/officeDocument/2006/relationships/image" Target="../media/image14.png"/><Relationship Id="rId3" Type="http://schemas.openxmlformats.org/officeDocument/2006/relationships/hyperlink" Target="https://www.keysight.com/us/en/product/81634B/low-polarization-dependence-optical-power-sensor.html" TargetMode="External"/><Relationship Id="rId7" Type="http://schemas.openxmlformats.org/officeDocument/2006/relationships/hyperlink" Target="https://www.thorlabs.com/item/P3-SMF28Y-FC-5" TargetMode="External"/><Relationship Id="rId12" Type="http://schemas.openxmlformats.org/officeDocument/2006/relationships/image" Target="../media/image13.png"/><Relationship Id="rId2" Type="http://schemas.openxmlformats.org/officeDocument/2006/relationships/hyperlink" Target="https://www.keysight.com/us/en/product/81940A/compact-tunable-laser-source-continuous-sweep-mode-1520nm-1630nm.html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thorlabs.com/optical-fiber-fiber-patch-cables" TargetMode="External"/><Relationship Id="rId11" Type="http://schemas.openxmlformats.org/officeDocument/2006/relationships/image" Target="../media/image12.jpeg"/><Relationship Id="rId5" Type="http://schemas.openxmlformats.org/officeDocument/2006/relationships/hyperlink" Target="https://gtvision.co.uk/collections/usb-hdmi-cameras" TargetMode="External"/><Relationship Id="rId10" Type="http://schemas.openxmlformats.org/officeDocument/2006/relationships/image" Target="../media/image11.jpeg"/><Relationship Id="rId4" Type="http://schemas.openxmlformats.org/officeDocument/2006/relationships/hyperlink" Target="https://www.thorlabs.com/manual-fiber-polarization-controllers?aID=de85b11bdbc1dafb1b91816059869dda&amp;aC=2&amp;aE=1&amp;aN=1&amp;tabName=Overview" TargetMode="External"/><Relationship Id="rId9" Type="http://schemas.openxmlformats.org/officeDocument/2006/relationships/hyperlink" Target="https://www.thorlabs.com/3-axis-nanomax-tm-flexure-stages?tabName=Overview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orlabs.com/item/P3-SMF28Y-FC-5?aID=ddf0ad46e61abe9537038967c943c77f&amp;aC=1" TargetMode="External"/><Relationship Id="rId2" Type="http://schemas.openxmlformats.org/officeDocument/2006/relationships/hyperlink" Target="https://www.thorlabs.com/item/HFV002?aID=09bdabb462c9fea9a76922e775a73f5c&amp;aC=1" TargetMode="Externa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orlabs.com/cerna-r-mini-microscopes?tabName=PIC%20Testing%20Demo#Imaging" TargetMode="External"/><Relationship Id="rId2" Type="http://schemas.openxmlformats.org/officeDocument/2006/relationships/hyperlink" Target="https://fiberarrays.eu/product-category/lfa/" TargetMode="Externa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00" y="2560201"/>
            <a:ext cx="4961128" cy="1437322"/>
          </a:xfrm>
        </p:spPr>
        <p:txBody>
          <a:bodyPr anchor="b">
            <a:normAutofit/>
          </a:bodyPr>
          <a:lstStyle/>
          <a:p>
            <a:r>
              <a:rPr lang="en-GB" dirty="0"/>
              <a:t>CORNERSTONE</a:t>
            </a:r>
            <a:br>
              <a:rPr lang="en-GB" dirty="0"/>
            </a:br>
            <a:r>
              <a:rPr lang="en-GB" dirty="0"/>
              <a:t>TESTING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0000" y="4442400"/>
            <a:ext cx="4965350" cy="1655762"/>
          </a:xfrm>
        </p:spPr>
        <p:txBody>
          <a:bodyPr>
            <a:normAutofit/>
          </a:bodyPr>
          <a:lstStyle/>
          <a:p>
            <a:r>
              <a:rPr lang="en-GB" dirty="0"/>
              <a:t>Created: Aiman Hazim 13/04/2026</a:t>
            </a:r>
          </a:p>
          <a:p>
            <a:r>
              <a:rPr lang="en-GB" dirty="0"/>
              <a:t>Updated: 22/06/2026</a:t>
            </a:r>
          </a:p>
        </p:txBody>
      </p:sp>
      <p:sp>
        <p:nvSpPr>
          <p:cNvPr id="8" name="Online Image Placeholder 3">
            <a:extLst>
              <a:ext uri="{FF2B5EF4-FFF2-40B4-BE49-F238E27FC236}">
                <a16:creationId xmlns:a16="http://schemas.microsoft.com/office/drawing/2014/main" id="{B9D3F9B6-777F-0573-BE52-EA995500FA3B}"/>
              </a:ext>
            </a:extLst>
          </p:cNvPr>
          <p:cNvSpPr>
            <a:spLocks noGrp="1"/>
          </p:cNvSpPr>
          <p:nvPr>
            <p:ph type="clipArt" sz="quarter" idx="10"/>
          </p:nvPr>
        </p:nvSpPr>
        <p:spPr>
          <a:xfrm>
            <a:off x="6215605" y="0"/>
            <a:ext cx="5976395" cy="6858000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A7B69C8-3610-6BA9-BD68-EB6AA9F22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4A2F6E-1D72-7649-2D67-C02C508339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To provide overview of the testing work performed in CORNERSTONE</a:t>
            </a:r>
          </a:p>
          <a:p>
            <a:r>
              <a:rPr lang="en-GB" dirty="0"/>
              <a:t>To list out the setups available and to be built for measurement activities</a:t>
            </a:r>
          </a:p>
          <a:p>
            <a:r>
              <a:rPr lang="en-GB" dirty="0"/>
              <a:t>To outline on the progress for the measurement work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8628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21C3E-77C3-EF6A-FB10-E5DB4C557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8D424-199A-345B-009E-4F72D4371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Testing Overview</a:t>
            </a:r>
          </a:p>
          <a:p>
            <a:r>
              <a:rPr lang="en-GB" dirty="0"/>
              <a:t>Test Setups – Available</a:t>
            </a:r>
          </a:p>
          <a:p>
            <a:r>
              <a:rPr lang="en-GB" dirty="0"/>
              <a:t>Test Setups – Future</a:t>
            </a:r>
          </a:p>
          <a:p>
            <a:r>
              <a:rPr lang="en-GB" dirty="0"/>
              <a:t>Wafer-Scale Tester</a:t>
            </a:r>
          </a:p>
          <a:p>
            <a:r>
              <a:rPr lang="en-GB" dirty="0"/>
              <a:t>Testing Service</a:t>
            </a:r>
          </a:p>
          <a:p>
            <a:r>
              <a:rPr lang="en-GB" dirty="0"/>
              <a:t>Measurement Request Tracker</a:t>
            </a:r>
          </a:p>
          <a:p>
            <a:r>
              <a:rPr lang="en-GB" dirty="0"/>
              <a:t>Post-processing activities</a:t>
            </a:r>
          </a:p>
          <a:p>
            <a:r>
              <a:rPr lang="en-GB" dirty="0"/>
              <a:t>PDK-Monitor upload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  <a:p>
            <a:pPr lvl="1"/>
            <a:endParaRPr lang="en-GB" dirty="0"/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F7EF5E7B-B79A-0877-99ED-3DEF5670D765}"/>
              </a:ext>
            </a:extLst>
          </p:cNvPr>
          <p:cNvSpPr>
            <a:spLocks noGrp="1"/>
          </p:cNvSpPr>
          <p:nvPr>
            <p:ph type="clipArt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4446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98E883-909C-CFC2-B3DA-41265F43D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F49F1FC-3E84-B48D-8525-C80F5764A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Testing - Overview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211636-BF54-0DF7-0BCF-63935C736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46" y="1664229"/>
            <a:ext cx="4348529" cy="4345324"/>
          </a:xfrm>
        </p:spPr>
        <p:txBody>
          <a:bodyPr>
            <a:noAutofit/>
          </a:bodyPr>
          <a:lstStyle/>
          <a:p>
            <a:r>
              <a:rPr lang="en-GB" sz="1800" dirty="0"/>
              <a:t>Chip level</a:t>
            </a:r>
          </a:p>
          <a:p>
            <a:pPr lvl="1"/>
            <a:r>
              <a:rPr lang="en-GB" sz="1800" dirty="0"/>
              <a:t>Optical</a:t>
            </a:r>
          </a:p>
          <a:p>
            <a:pPr lvl="2"/>
            <a:r>
              <a:rPr lang="en-GB" sz="1800" dirty="0"/>
              <a:t>Insertion Loss</a:t>
            </a:r>
          </a:p>
          <a:p>
            <a:pPr lvl="2"/>
            <a:r>
              <a:rPr lang="en-GB" sz="1800" dirty="0"/>
              <a:t>Propagation Loss</a:t>
            </a:r>
          </a:p>
          <a:p>
            <a:pPr lvl="2"/>
            <a:r>
              <a:rPr lang="en-GB" sz="1800" dirty="0"/>
              <a:t>Fibre arms (Grating Couplers)</a:t>
            </a:r>
          </a:p>
          <a:p>
            <a:pPr lvl="2"/>
            <a:r>
              <a:rPr lang="en-GB" sz="1800" dirty="0"/>
              <a:t>Fibre arrays</a:t>
            </a:r>
          </a:p>
          <a:p>
            <a:pPr lvl="2"/>
            <a:r>
              <a:rPr lang="en-GB" sz="1800" dirty="0"/>
              <a:t>Edge Coupling (future plan)</a:t>
            </a:r>
          </a:p>
          <a:p>
            <a:pPr lvl="2"/>
            <a:r>
              <a:rPr lang="en-GB" sz="1800" dirty="0"/>
              <a:t>C-band</a:t>
            </a:r>
          </a:p>
          <a:p>
            <a:pPr lvl="2"/>
            <a:r>
              <a:rPr lang="en-GB" sz="1800" dirty="0"/>
              <a:t>O-band</a:t>
            </a:r>
          </a:p>
          <a:p>
            <a:pPr lvl="2"/>
            <a:r>
              <a:rPr lang="en-GB" sz="1800" dirty="0"/>
              <a:t>Mid-IR </a:t>
            </a:r>
          </a:p>
          <a:p>
            <a:pPr marL="914377" lvl="2" indent="0">
              <a:buNone/>
            </a:pPr>
            <a:endParaRPr lang="en-GB" sz="1800" dirty="0"/>
          </a:p>
          <a:p>
            <a:pPr lvl="1"/>
            <a:r>
              <a:rPr lang="en-GB" sz="1800" dirty="0"/>
              <a:t>Electrical</a:t>
            </a:r>
          </a:p>
          <a:p>
            <a:pPr lvl="2"/>
            <a:r>
              <a:rPr lang="en-GB" sz="1800" dirty="0"/>
              <a:t>MZI Heater performance</a:t>
            </a:r>
          </a:p>
          <a:p>
            <a:pPr lvl="2"/>
            <a:r>
              <a:rPr lang="en-GB" sz="1800" dirty="0"/>
              <a:t>Heater Resistance</a:t>
            </a:r>
          </a:p>
          <a:p>
            <a:pPr lvl="2"/>
            <a:r>
              <a:rPr lang="en-GB" sz="1800" dirty="0"/>
              <a:t>On-chip Photodetectors 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71D6BF97-F10E-2F50-B319-FF3C14C10125}"/>
              </a:ext>
            </a:extLst>
          </p:cNvPr>
          <p:cNvSpPr txBox="1">
            <a:spLocks/>
          </p:cNvSpPr>
          <p:nvPr/>
        </p:nvSpPr>
        <p:spPr>
          <a:xfrm>
            <a:off x="5637970" y="1664229"/>
            <a:ext cx="4348529" cy="43453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FFE900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E900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E900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E9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FFE900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/>
              <a:t>Wafer level</a:t>
            </a:r>
          </a:p>
          <a:p>
            <a:pPr lvl="1"/>
            <a:r>
              <a:rPr lang="en-GB" dirty="0"/>
              <a:t>Optical</a:t>
            </a:r>
          </a:p>
          <a:p>
            <a:pPr lvl="2"/>
            <a:r>
              <a:rPr lang="en-GB" sz="1800" dirty="0"/>
              <a:t>Insertion Loss</a:t>
            </a:r>
          </a:p>
          <a:p>
            <a:pPr lvl="2"/>
            <a:r>
              <a:rPr lang="en-GB" sz="1800" dirty="0"/>
              <a:t>Propagation Loss</a:t>
            </a:r>
          </a:p>
          <a:p>
            <a:pPr lvl="2"/>
            <a:r>
              <a:rPr lang="en-GB" sz="1800" dirty="0"/>
              <a:t>Grating couplers only </a:t>
            </a:r>
          </a:p>
          <a:p>
            <a:pPr lvl="1"/>
            <a:r>
              <a:rPr lang="en-GB" dirty="0"/>
              <a:t>Electrical</a:t>
            </a:r>
          </a:p>
          <a:p>
            <a:pPr lvl="2"/>
            <a:r>
              <a:rPr lang="en-GB" sz="1800" dirty="0"/>
              <a:t>MZI Heater performance (work in progress)</a:t>
            </a:r>
          </a:p>
          <a:p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1657608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99320-F454-1292-A2A4-F653C41B1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989EB2-8D1A-C5A4-1E30-570874DCB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5D6755FB-0658-419C-B8B7-880D9CC3D8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50923542"/>
              </p:ext>
            </p:extLst>
          </p:nvPr>
        </p:nvGraphicFramePr>
        <p:xfrm>
          <a:off x="0" y="1121434"/>
          <a:ext cx="12301267" cy="54173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01344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6C814-4E69-9F45-FC4B-662718C02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E73A6-1A7D-1941-FF58-0869ABC93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2CD67D-53D1-898B-71DA-93539DF10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8E92B3BB-ECEA-5036-DDEF-F1BD90E93A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0063891"/>
              </p:ext>
            </p:extLst>
          </p:nvPr>
        </p:nvGraphicFramePr>
        <p:xfrm>
          <a:off x="609601" y="981074"/>
          <a:ext cx="9982200" cy="56578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45159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18359-0616-6CCA-0937-5B5894380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EFD3C976-ED29-B394-8D2E-D31A8E5BB0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9069" y="2559600"/>
            <a:ext cx="10753863" cy="1437322"/>
          </a:xfrm>
        </p:spPr>
        <p:txBody>
          <a:bodyPr/>
          <a:lstStyle/>
          <a:p>
            <a:r>
              <a:rPr lang="en-US" dirty="0"/>
              <a:t>Measurement Setup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14896BD7-B4EE-8080-D09F-64F055C5E4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9400" y="4442400"/>
            <a:ext cx="10753200" cy="165576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159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4C56A-C0F6-5496-D457-F225AFE2D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0AE2F57-B8BE-C702-6FCF-A17790166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Chip-Level Optical Testing - Setup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97DE15-F052-4338-8554-C4C5A5395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46" y="2196725"/>
            <a:ext cx="3342294" cy="4345324"/>
          </a:xfrm>
        </p:spPr>
        <p:txBody>
          <a:bodyPr/>
          <a:lstStyle/>
          <a:p>
            <a:r>
              <a:rPr lang="en-GB" dirty="0"/>
              <a:t>Equipment:</a:t>
            </a:r>
          </a:p>
          <a:p>
            <a:pPr lvl="1"/>
            <a:r>
              <a:rPr lang="en-GB" dirty="0" err="1"/>
              <a:t>Tunable</a:t>
            </a:r>
            <a:r>
              <a:rPr lang="en-GB" dirty="0"/>
              <a:t> Laser Source</a:t>
            </a:r>
          </a:p>
          <a:p>
            <a:pPr lvl="1"/>
            <a:r>
              <a:rPr lang="en-GB" dirty="0" err="1"/>
              <a:t>Powermeter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Fibre arms</a:t>
            </a:r>
          </a:p>
          <a:p>
            <a:pPr lvl="1"/>
            <a:r>
              <a:rPr lang="en-GB" dirty="0"/>
              <a:t>Optical fibre</a:t>
            </a:r>
          </a:p>
          <a:p>
            <a:pPr lvl="1"/>
            <a:r>
              <a:rPr lang="en-GB" dirty="0"/>
              <a:t>3-axes stage</a:t>
            </a:r>
          </a:p>
          <a:p>
            <a:pPr lvl="1"/>
            <a:r>
              <a:rPr lang="en-GB" dirty="0"/>
              <a:t>Camera module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BAF109-C88A-C229-D55F-89580C556CBC}"/>
              </a:ext>
            </a:extLst>
          </p:cNvPr>
          <p:cNvSpPr txBox="1"/>
          <p:nvPr/>
        </p:nvSpPr>
        <p:spPr>
          <a:xfrm>
            <a:off x="4548130" y="1648595"/>
            <a:ext cx="6357711" cy="4801314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rtlCol="0">
            <a:spAutoFit/>
          </a:bodyPr>
          <a:lstStyle/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dirty="0"/>
              <a:t>SETUP (Picture)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8B8142-0105-B13C-4DBE-F8524ABCDF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7593" y="1648595"/>
            <a:ext cx="2785777" cy="49515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682D2E-BE46-F1D5-6DA4-DCB2EC8857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9008" y="1879708"/>
            <a:ext cx="2441195" cy="4339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349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93C8E-F860-3587-89E2-384DA9C9B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1676714-CBE4-3987-3067-ADDC197C3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846" y="103971"/>
            <a:ext cx="8661495" cy="1605600"/>
          </a:xfrm>
        </p:spPr>
        <p:txBody>
          <a:bodyPr/>
          <a:lstStyle/>
          <a:p>
            <a:r>
              <a:rPr lang="en-GB" dirty="0"/>
              <a:t>Chip-Level Optical Testing - Setup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19FCBE-B657-44D6-B191-FE02C3FB2B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46" y="1717754"/>
            <a:ext cx="3872065" cy="4345324"/>
          </a:xfrm>
        </p:spPr>
        <p:txBody>
          <a:bodyPr vert="horz" lIns="91440" tIns="45720" rIns="91440" bIns="45720" rtlCol="0" anchor="t">
            <a:normAutofit fontScale="55000" lnSpcReduction="20000"/>
          </a:bodyPr>
          <a:lstStyle/>
          <a:p>
            <a:r>
              <a:rPr lang="en-GB" dirty="0"/>
              <a:t>Equipment:</a:t>
            </a:r>
          </a:p>
          <a:p>
            <a:pPr lvl="1"/>
            <a:r>
              <a:rPr lang="en-GB" dirty="0" err="1">
                <a:latin typeface="Arial"/>
                <a:cs typeface="Arial"/>
              </a:rPr>
              <a:t>Tunable</a:t>
            </a:r>
            <a:r>
              <a:rPr lang="en-GB" dirty="0">
                <a:latin typeface="Arial"/>
                <a:cs typeface="Arial"/>
              </a:rPr>
              <a:t> Laser Source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GB" dirty="0">
                <a:latin typeface="Arial"/>
                <a:cs typeface="Arial"/>
                <a:hlinkClick r:id="rId2"/>
              </a:rPr>
              <a:t>81940A Compact Tunable Laser Source with Continuous Sweep Mode, 1520nm to 1630nm [Obsolete] | Keysight</a:t>
            </a:r>
            <a:endParaRPr lang="en-GB" dirty="0">
              <a:latin typeface="Arial"/>
              <a:cs typeface="Arial"/>
            </a:endParaRPr>
          </a:p>
          <a:p>
            <a:pPr lvl="1"/>
            <a:r>
              <a:rPr lang="en-GB" dirty="0">
                <a:latin typeface="Arial"/>
                <a:cs typeface="Arial"/>
              </a:rPr>
              <a:t>Optical </a:t>
            </a:r>
            <a:r>
              <a:rPr lang="en-GB" dirty="0" err="1">
                <a:latin typeface="Arial"/>
                <a:cs typeface="Arial"/>
              </a:rPr>
              <a:t>Powermeter</a:t>
            </a:r>
            <a:endParaRPr lang="en-GB">
              <a:latin typeface="Arial"/>
              <a:cs typeface="Arial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GB" dirty="0">
                <a:latin typeface="Arial"/>
                <a:cs typeface="Arial"/>
                <a:hlinkClick r:id="rId3"/>
              </a:rPr>
              <a:t>81634B Low Polarization Dependence Optical Power Sensor [Discontinued] | Keysight</a:t>
            </a:r>
            <a:endParaRPr lang="en-GB" dirty="0">
              <a:latin typeface="Arial"/>
              <a:cs typeface="Arial"/>
            </a:endParaRPr>
          </a:p>
          <a:p>
            <a:pPr lvl="1"/>
            <a:r>
              <a:rPr lang="en-GB" dirty="0">
                <a:latin typeface="Arial"/>
                <a:cs typeface="Arial"/>
              </a:rPr>
              <a:t>Polarisation </a:t>
            </a:r>
            <a:r>
              <a:rPr lang="en-GB">
                <a:latin typeface="Arial"/>
                <a:cs typeface="Arial"/>
              </a:rPr>
              <a:t>Controller</a:t>
            </a:r>
            <a:endParaRPr lang="en-GB" dirty="0">
              <a:latin typeface="Arial"/>
              <a:cs typeface="Arial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GB" dirty="0">
                <a:latin typeface="Arial"/>
                <a:cs typeface="Arial"/>
                <a:hlinkClick r:id="rId4"/>
              </a:rPr>
              <a:t>Thorlabs · Manual Fiber Polarization Controllers</a:t>
            </a:r>
            <a:endParaRPr lang="en-GB" dirty="0">
              <a:latin typeface="Arial"/>
              <a:cs typeface="Arial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GB">
                <a:latin typeface="Arial"/>
                <a:cs typeface="Arial"/>
              </a:rPr>
              <a:t>3-Paddle Polarization Controllers, Ø56 mm Loop</a:t>
            </a:r>
            <a:endParaRPr lang="en-GB" dirty="0">
              <a:latin typeface="Arial"/>
              <a:cs typeface="Arial"/>
            </a:endParaRPr>
          </a:p>
          <a:p>
            <a:pPr lvl="1"/>
            <a:r>
              <a:rPr lang="en-GB">
                <a:latin typeface="Arial"/>
                <a:cs typeface="Arial"/>
              </a:rPr>
              <a:t>Camera module</a:t>
            </a:r>
            <a:endParaRPr lang="en-GB" dirty="0">
              <a:latin typeface="Arial"/>
              <a:cs typeface="Arial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GB" dirty="0">
                <a:latin typeface="Arial"/>
                <a:cs typeface="Arial"/>
                <a:hlinkClick r:id="rId5"/>
              </a:rPr>
              <a:t>USB and Display Cameras</a:t>
            </a:r>
            <a:endParaRPr lang="en-GB" dirty="0">
              <a:latin typeface="Arial"/>
              <a:cs typeface="Arial"/>
            </a:endParaRPr>
          </a:p>
          <a:p>
            <a:pPr lvl="1"/>
            <a:r>
              <a:rPr lang="en-GB">
                <a:latin typeface="Arial"/>
                <a:cs typeface="Arial"/>
              </a:rPr>
              <a:t>Fibre arms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GB" dirty="0">
                <a:latin typeface="Arial"/>
                <a:cs typeface="Arial"/>
              </a:rPr>
              <a:t>Bespoke design (University of </a:t>
            </a:r>
            <a:r>
              <a:rPr lang="en-GB">
                <a:latin typeface="Arial"/>
                <a:cs typeface="Arial"/>
              </a:rPr>
              <a:t>Southampton)</a:t>
            </a:r>
            <a:endParaRPr lang="en-GB" dirty="0">
              <a:latin typeface="Arial"/>
              <a:cs typeface="Arial"/>
            </a:endParaRPr>
          </a:p>
          <a:p>
            <a:pPr lvl="1"/>
            <a:r>
              <a:rPr lang="en-GB" dirty="0"/>
              <a:t>Optical fibre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GB" dirty="0">
                <a:latin typeface="Arial"/>
                <a:cs typeface="Arial"/>
                <a:hlinkClick r:id="rId6"/>
              </a:rPr>
              <a:t>Thorlabs · Optical Fiber &amp; Fiber Patch Cables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GB" dirty="0">
                <a:latin typeface="Arial"/>
                <a:cs typeface="Arial"/>
                <a:hlinkClick r:id="rId7"/>
              </a:rPr>
              <a:t>Thorlabs · P3-SMF28Y-FC-5 Single Mode Patch Cable, 1260-1625 nm, FC/APC, Ø900 µm Jacket, 5 m Long</a:t>
            </a:r>
            <a:endParaRPr lang="en-GB" dirty="0">
              <a:latin typeface="Arial"/>
              <a:cs typeface="Arial"/>
            </a:endParaRPr>
          </a:p>
          <a:p>
            <a:pPr lvl="2">
              <a:buFont typeface="Wingdings" panose="020B0604020202020204" pitchFamily="34" charset="0"/>
              <a:buChar char="§"/>
            </a:pPr>
            <a:r>
              <a:rPr lang="en-GB" dirty="0">
                <a:latin typeface="Arial"/>
                <a:cs typeface="Arial"/>
                <a:hlinkClick r:id="rId8"/>
              </a:rPr>
              <a:t>Thorlabs · P3-1550PM-FC-5 PM Patch Cable, PANDA, 1550 nm, Ø3 mm Jacket, FC/APC, 5 m Long</a:t>
            </a:r>
            <a:endParaRPr lang="en-GB" dirty="0">
              <a:latin typeface="Arial"/>
              <a:cs typeface="Arial"/>
            </a:endParaRPr>
          </a:p>
          <a:p>
            <a:pPr lvl="1"/>
            <a:r>
              <a:rPr lang="en-GB">
                <a:latin typeface="Arial"/>
                <a:cs typeface="Arial"/>
              </a:rPr>
              <a:t>3-axes stage</a:t>
            </a:r>
          </a:p>
          <a:p>
            <a:pPr lvl="2">
              <a:buFont typeface="Wingdings" panose="020B0604020202020204" pitchFamily="34" charset="0"/>
              <a:buChar char="§"/>
            </a:pPr>
            <a:r>
              <a:rPr lang="en-GB" dirty="0">
                <a:latin typeface="Arial"/>
                <a:cs typeface="Arial"/>
                <a:hlinkClick r:id="rId9"/>
              </a:rPr>
              <a:t>Thorlabs · 3-Axis NanoMax™ Flexure Stages</a:t>
            </a:r>
            <a:endParaRPr lang="en-GB" dirty="0">
              <a:latin typeface="Arial"/>
              <a:cs typeface="Arial"/>
            </a:endParaRPr>
          </a:p>
          <a:p>
            <a:pPr lvl="1"/>
            <a:r>
              <a:rPr lang="en-GB">
                <a:latin typeface="Arial"/>
                <a:cs typeface="Arial"/>
              </a:rPr>
              <a:t>Chip holder</a:t>
            </a:r>
            <a:endParaRPr lang="en-GB" dirty="0">
              <a:latin typeface="Arial"/>
              <a:cs typeface="Arial"/>
            </a:endParaRPr>
          </a:p>
          <a:p>
            <a:pPr lvl="2">
              <a:buFont typeface="Wingdings" panose="020B0604020202020204" pitchFamily="34" charset="0"/>
              <a:buChar char="§"/>
            </a:pPr>
            <a:endParaRPr lang="en-GB" dirty="0">
              <a:latin typeface="Arial"/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47151C-833E-E8BD-A2AE-5426536EEC2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11393" y="4107544"/>
            <a:ext cx="1972132" cy="25835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284F216-3E8B-F141-CD70-BE58F7022B0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13208" y="1424213"/>
            <a:ext cx="1914074" cy="25762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533DFC-827F-EF28-702C-8CDC719B9BA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62942" y="1649187"/>
            <a:ext cx="4317546" cy="234768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224249-A4DB-1E6C-8FF4-1A511BE47891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t="4339" r="-71" b="29841"/>
          <a:stretch>
            <a:fillRect/>
          </a:stretch>
        </p:blipFill>
        <p:spPr>
          <a:xfrm>
            <a:off x="4457700" y="4339770"/>
            <a:ext cx="4851405" cy="2119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0164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3">
            <a:extLst>
              <a:ext uri="{FF2B5EF4-FFF2-40B4-BE49-F238E27FC236}">
                <a16:creationId xmlns:a16="http://schemas.microsoft.com/office/drawing/2014/main" id="{A81D82F1-2CAD-B593-19D0-0446B0F742E3}"/>
              </a:ext>
            </a:extLst>
          </p:cNvPr>
          <p:cNvSpPr>
            <a:spLocks noGrp="1"/>
          </p:cNvSpPr>
          <p:nvPr/>
        </p:nvSpPr>
        <p:spPr>
          <a:xfrm>
            <a:off x="838200" y="8261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GB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00349B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9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Chip-Level : Optical Testing Setup</a:t>
            </a:r>
            <a:endParaRPr lang="zh-CN" dirty="0">
              <a:solidFill>
                <a:srgbClr val="FFFFFF"/>
              </a:solidFill>
            </a:endParaRPr>
          </a:p>
        </p:txBody>
      </p:sp>
      <p:sp>
        <p:nvSpPr>
          <p:cNvPr id="9" name="TextBox 21">
            <a:extLst>
              <a:ext uri="{FF2B5EF4-FFF2-40B4-BE49-F238E27FC236}">
                <a16:creationId xmlns:a16="http://schemas.microsoft.com/office/drawing/2014/main" id="{801B8C12-CDA6-1D20-6A66-F6A4CB47F5F0}"/>
              </a:ext>
            </a:extLst>
          </p:cNvPr>
          <p:cNvSpPr txBox="1"/>
          <p:nvPr/>
        </p:nvSpPr>
        <p:spPr>
          <a:xfrm>
            <a:off x="6095999" y="1120676"/>
            <a:ext cx="48482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400" b="1" dirty="0">
                <a:solidFill>
                  <a:srgbClr val="FFFFFF"/>
                </a:solidFill>
              </a:rPr>
              <a:t>A typical optical bench includes: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 err="1">
                <a:solidFill>
                  <a:srgbClr val="FFFFFF"/>
                </a:solidFill>
              </a:rPr>
              <a:t>Tunable</a:t>
            </a:r>
            <a:r>
              <a:rPr lang="en-GB" sz="2400" dirty="0">
                <a:solidFill>
                  <a:srgbClr val="FFFFFF"/>
                </a:solidFill>
              </a:rPr>
              <a:t> Laser Source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FFFFFF"/>
                </a:solidFill>
              </a:rPr>
              <a:t>Polarisation Controller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FFFFFF"/>
                </a:solidFill>
              </a:rPr>
              <a:t>Photodetector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FFFFFF"/>
                </a:solidFill>
              </a:rPr>
              <a:t>Camera (for alignment)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FFFFFF"/>
                </a:solidFill>
              </a:rPr>
              <a:t>Fibre holders/arms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FFFFFF"/>
                </a:solidFill>
              </a:rPr>
              <a:t>Chip stage</a:t>
            </a:r>
          </a:p>
        </p:txBody>
      </p:sp>
      <p:pic>
        <p:nvPicPr>
          <p:cNvPr id="10" name="Picture 9" descr="电脑显示屏&#10;&#10;已自动生成说明">
            <a:extLst>
              <a:ext uri="{FF2B5EF4-FFF2-40B4-BE49-F238E27FC236}">
                <a16:creationId xmlns:a16="http://schemas.microsoft.com/office/drawing/2014/main" id="{1E7A874B-6048-B507-F729-73D2906EE62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1828" y="1050805"/>
            <a:ext cx="4714401" cy="353544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3FDE663-34F1-4AB8-D707-CBC1D052B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6596" y="3865332"/>
            <a:ext cx="5965113" cy="2724805"/>
          </a:xfrm>
          <a:prstGeom prst="rect">
            <a:avLst/>
          </a:prstGeom>
        </p:spPr>
      </p:pic>
      <p:sp>
        <p:nvSpPr>
          <p:cNvPr id="12" name="TextBox 1">
            <a:extLst>
              <a:ext uri="{FF2B5EF4-FFF2-40B4-BE49-F238E27FC236}">
                <a16:creationId xmlns:a16="http://schemas.microsoft.com/office/drawing/2014/main" id="{63702A67-8675-9E21-5789-A48838F52E4C}"/>
              </a:ext>
            </a:extLst>
          </p:cNvPr>
          <p:cNvSpPr txBox="1"/>
          <p:nvPr/>
        </p:nvSpPr>
        <p:spPr>
          <a:xfrm>
            <a:off x="256662" y="5983998"/>
            <a:ext cx="79729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 dirty="0">
                <a:solidFill>
                  <a:srgbClr val="FFFFFF"/>
                </a:solidFill>
              </a:rPr>
              <a:t>Light is coupled into the waveguide, interacts with the device, and is measured at the output.</a:t>
            </a:r>
          </a:p>
        </p:txBody>
      </p:sp>
    </p:spTree>
    <p:extLst>
      <p:ext uri="{BB962C8B-B14F-4D97-AF65-F5344CB8AC3E}">
        <p14:creationId xmlns:p14="http://schemas.microsoft.com/office/powerpoint/2010/main" val="918602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D7BA2-F2F2-C9B8-D226-F1CD14A02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154692-6A8F-054A-5427-885CB4EB1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Chip-Level Electrical Testing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80C2E7-5C5F-CFEB-2FD0-ADE633329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6628" y="1992600"/>
            <a:ext cx="3592460" cy="4345324"/>
          </a:xfrm>
        </p:spPr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87431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22EFA-320F-B5CF-0DED-ADB785DD7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8B3BFF3-E0D6-D1C6-E1B0-B5DA7FBA6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Chip-Level Electrical Testing - Setup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3BECD1-545F-77C7-1363-4E56949E540D}"/>
              </a:ext>
            </a:extLst>
          </p:cNvPr>
          <p:cNvSpPr txBox="1"/>
          <p:nvPr/>
        </p:nvSpPr>
        <p:spPr>
          <a:xfrm>
            <a:off x="4548130" y="1648595"/>
            <a:ext cx="6357711" cy="4801314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rtlCol="0">
            <a:spAutoFit/>
          </a:bodyPr>
          <a:lstStyle/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dirty="0"/>
              <a:t>SETUP (Picture)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5824AEC-C5C6-3A51-3500-27C13F8849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3643" y="1648595"/>
            <a:ext cx="3258741" cy="4344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9456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8EA6D-92BA-945B-5492-804272F69B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0000" y="2560201"/>
            <a:ext cx="5379298" cy="1437322"/>
          </a:xfrm>
        </p:spPr>
        <p:txBody>
          <a:bodyPr/>
          <a:lstStyle/>
          <a:p>
            <a:r>
              <a:rPr lang="en-GB">
                <a:latin typeface="Georgia"/>
                <a:cs typeface="Arial"/>
              </a:rPr>
              <a:t>Optical Characterisat</a:t>
            </a:r>
            <a:r>
              <a:rPr lang="en-GB" dirty="0">
                <a:latin typeface="Georgia"/>
                <a:cs typeface="Arial"/>
              </a:rPr>
              <a:t>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67FFF-0ADC-C5A6-23F7-3DEEFB06E3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Online Image Placeholder 3">
            <a:extLst>
              <a:ext uri="{FF2B5EF4-FFF2-40B4-BE49-F238E27FC236}">
                <a16:creationId xmlns:a16="http://schemas.microsoft.com/office/drawing/2014/main" id="{934DFEA6-C76D-F199-FB81-E2A2B47A3FE9}"/>
              </a:ext>
            </a:extLst>
          </p:cNvPr>
          <p:cNvSpPr>
            <a:spLocks noGrp="1"/>
          </p:cNvSpPr>
          <p:nvPr>
            <p:ph type="clipArt" sz="quarter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7897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8C411F-F5F7-84B2-A059-BDC9DEBCB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21BF6B8-3611-EDE5-3F83-383C7CFE1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GB" dirty="0">
                <a:latin typeface="Georgia"/>
                <a:cs typeface="Arial"/>
              </a:rPr>
            </a:br>
            <a:r>
              <a:rPr lang="en-GB" dirty="0">
                <a:latin typeface="Georgia"/>
                <a:cs typeface="Arial"/>
              </a:rPr>
              <a:t>Insertion </a:t>
            </a:r>
            <a:r>
              <a:rPr lang="en-GB">
                <a:latin typeface="Georgia"/>
                <a:cs typeface="Arial"/>
              </a:rPr>
              <a:t>Loss</a:t>
            </a:r>
            <a:endParaRPr lang="en-GB" dirty="0">
              <a:latin typeface="Georgia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77DC1F-41F4-3BF0-27EE-367AB0D167D7}"/>
              </a:ext>
            </a:extLst>
          </p:cNvPr>
          <p:cNvSpPr txBox="1"/>
          <p:nvPr/>
        </p:nvSpPr>
        <p:spPr>
          <a:xfrm>
            <a:off x="4548130" y="1648595"/>
            <a:ext cx="6357711" cy="4801314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rtlCol="0">
            <a:spAutoFit/>
          </a:bodyPr>
          <a:lstStyle/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dirty="0"/>
              <a:t>SETUP (Picture)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2ED6FA-C97E-4D2B-52E5-7D43ADFC6E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29460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C8C2F-5C17-8EA2-B93C-39C259ABA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DD53D38-C9BE-18F1-23F2-424947E77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GB" dirty="0">
                <a:latin typeface="Georgia"/>
                <a:cs typeface="Arial"/>
              </a:rPr>
            </a:br>
            <a:r>
              <a:rPr lang="en-GB">
                <a:latin typeface="Georgia"/>
                <a:cs typeface="Arial"/>
              </a:rPr>
              <a:t>Propagation Loss</a:t>
            </a:r>
            <a:endParaRPr lang="en-GB" dirty="0">
              <a:latin typeface="Georgia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1D91A4-2CCB-C307-02BF-DC6FC02DF5A3}"/>
              </a:ext>
            </a:extLst>
          </p:cNvPr>
          <p:cNvSpPr txBox="1"/>
          <p:nvPr/>
        </p:nvSpPr>
        <p:spPr>
          <a:xfrm>
            <a:off x="4548130" y="1648595"/>
            <a:ext cx="6357711" cy="4801314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rtlCol="0">
            <a:spAutoFit/>
          </a:bodyPr>
          <a:lstStyle/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dirty="0"/>
              <a:t>SETUP (Picture)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F16DE2-51EF-C813-E469-5D5AA1A0F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78374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17918-8DCE-0D36-A8EB-27F027DE5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01374F-1332-DD31-954A-123B8FDDB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GB" dirty="0">
                <a:latin typeface="Georgia"/>
                <a:cs typeface="Arial"/>
              </a:rPr>
            </a:br>
            <a:r>
              <a:rPr lang="en-GB">
                <a:latin typeface="Georgia"/>
                <a:cs typeface="Arial"/>
              </a:rPr>
              <a:t>Coupling Loss (Gratings)</a:t>
            </a:r>
            <a:endParaRPr lang="en-GB" dirty="0">
              <a:latin typeface="Georgia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4ADABB-8A98-659F-3A26-56D095E571C9}"/>
              </a:ext>
            </a:extLst>
          </p:cNvPr>
          <p:cNvSpPr txBox="1"/>
          <p:nvPr/>
        </p:nvSpPr>
        <p:spPr>
          <a:xfrm>
            <a:off x="4548130" y="1648595"/>
            <a:ext cx="6357711" cy="4801314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rtlCol="0">
            <a:spAutoFit/>
          </a:bodyPr>
          <a:lstStyle/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dirty="0"/>
              <a:t>SETUP (Picture)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ABDBFA-4A48-FDF7-320F-1438F4FDF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10139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46137-A303-0005-11F7-1732E7139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717D35B-D974-A6EB-6018-05599F174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GB" dirty="0">
                <a:latin typeface="Georgia"/>
                <a:cs typeface="Arial"/>
              </a:rPr>
            </a:br>
            <a:r>
              <a:rPr lang="en-GB">
                <a:latin typeface="Georgia"/>
                <a:cs typeface="Arial"/>
              </a:rPr>
              <a:t>MZI – Heater Efficiency </a:t>
            </a:r>
            <a:endParaRPr lang="en-GB" dirty="0">
              <a:latin typeface="Georgia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65D060-2B23-0121-8FD7-4CACBAAB5E00}"/>
              </a:ext>
            </a:extLst>
          </p:cNvPr>
          <p:cNvSpPr txBox="1"/>
          <p:nvPr/>
        </p:nvSpPr>
        <p:spPr>
          <a:xfrm>
            <a:off x="4548130" y="1648595"/>
            <a:ext cx="6357711" cy="4801314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rtlCol="0">
            <a:spAutoFit/>
          </a:bodyPr>
          <a:lstStyle/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dirty="0"/>
              <a:t>SETUP (Picture)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EA83A2-3F0B-A0DF-1DE1-C23A7874EE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latin typeface="Arial"/>
                <a:cs typeface="Arial"/>
              </a:rPr>
              <a:t>Thermo-optic phase shifter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86592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20EF9-860C-84FD-09EE-31643B67D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FAB003C-83E9-7885-F062-CA72B67A6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GB" dirty="0">
                <a:latin typeface="Georgia"/>
                <a:cs typeface="Arial"/>
              </a:rPr>
            </a:br>
            <a:r>
              <a:rPr lang="en-GB">
                <a:latin typeface="Georgia"/>
                <a:cs typeface="Arial"/>
              </a:rPr>
              <a:t>TE/TM mode </a:t>
            </a:r>
            <a:endParaRPr lang="en-GB" dirty="0">
              <a:latin typeface="Georgia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922C15-DF64-7973-3E8C-66F7EDE81FE2}"/>
              </a:ext>
            </a:extLst>
          </p:cNvPr>
          <p:cNvSpPr txBox="1"/>
          <p:nvPr/>
        </p:nvSpPr>
        <p:spPr>
          <a:xfrm>
            <a:off x="4548130" y="1648595"/>
            <a:ext cx="6357711" cy="4801314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rtlCol="0">
            <a:spAutoFit/>
          </a:bodyPr>
          <a:lstStyle/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dirty="0"/>
              <a:t>SETUP (Picture)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6E0DE5-7142-EA37-B155-470B6D8CA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05010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E8636-21AE-46CF-6EDF-1EA063639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4EBD500-6EB4-B222-BAC0-0B81BC9FD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GB" dirty="0">
                <a:latin typeface="Georgia"/>
                <a:cs typeface="Arial"/>
              </a:rPr>
            </a:br>
            <a:r>
              <a:rPr lang="en-GB" dirty="0">
                <a:latin typeface="Georgia"/>
                <a:cs typeface="Arial"/>
              </a:rPr>
              <a:t>Fibre angle </a:t>
            </a:r>
            <a:r>
              <a:rPr lang="en-GB">
                <a:latin typeface="Georgia"/>
                <a:cs typeface="Arial"/>
              </a:rPr>
              <a:t>Variation</a:t>
            </a:r>
            <a:endParaRPr lang="en-GB" dirty="0">
              <a:latin typeface="Georgia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9BB6D7-2B68-48B1-5E3C-571055DDAE72}"/>
              </a:ext>
            </a:extLst>
          </p:cNvPr>
          <p:cNvSpPr txBox="1"/>
          <p:nvPr/>
        </p:nvSpPr>
        <p:spPr>
          <a:xfrm>
            <a:off x="4548130" y="1648595"/>
            <a:ext cx="6357711" cy="4801314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rtlCol="0">
            <a:spAutoFit/>
          </a:bodyPr>
          <a:lstStyle/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dirty="0"/>
              <a:t>SETUP (Picture)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713F3E-77E0-31B7-0C7D-1F57D4E7A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80062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6D9EF-776F-643B-BFD8-6ED7B48F2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C420F1-D7F3-3B5B-4718-9CD30B836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GB" dirty="0">
                <a:latin typeface="Georgia"/>
                <a:cs typeface="Arial"/>
              </a:rPr>
            </a:br>
            <a:r>
              <a:rPr lang="en-GB" dirty="0" err="1">
                <a:latin typeface="Georgia"/>
                <a:cs typeface="Arial"/>
              </a:rPr>
              <a:t>Tunable</a:t>
            </a:r>
            <a:r>
              <a:rPr lang="en-GB" dirty="0">
                <a:latin typeface="Georgia"/>
                <a:cs typeface="Arial"/>
              </a:rPr>
              <a:t> RR based optical reflector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86F279-F223-178B-4622-8ED8B27CA18F}"/>
              </a:ext>
            </a:extLst>
          </p:cNvPr>
          <p:cNvSpPr txBox="1"/>
          <p:nvPr/>
        </p:nvSpPr>
        <p:spPr>
          <a:xfrm>
            <a:off x="4548130" y="1648595"/>
            <a:ext cx="6357711" cy="4801314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rtlCol="0">
            <a:spAutoFit/>
          </a:bodyPr>
          <a:lstStyle/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dirty="0"/>
              <a:t>SETUP (Picture)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C1443A-61A8-3CA6-D29C-3537122FC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latin typeface="Arial"/>
                <a:cs typeface="Arial"/>
              </a:rPr>
              <a:t>Use 3 ports circulator</a:t>
            </a:r>
          </a:p>
          <a:p>
            <a:endParaRPr lang="en-GB" dirty="0"/>
          </a:p>
          <a:p>
            <a:r>
              <a:rPr lang="en-GB" dirty="0">
                <a:latin typeface="Arial"/>
                <a:cs typeface="Arial"/>
              </a:rPr>
              <a:t>Add setup </a:t>
            </a:r>
            <a:r>
              <a:rPr lang="en-GB">
                <a:latin typeface="Arial"/>
                <a:cs typeface="Arial"/>
              </a:rPr>
              <a:t>flow figure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B2AB700-546E-CE67-3EAC-04410D8D9B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197" r="-241" b="2578"/>
          <a:stretch>
            <a:fillRect/>
          </a:stretch>
        </p:blipFill>
        <p:spPr>
          <a:xfrm>
            <a:off x="4548188" y="1654096"/>
            <a:ext cx="3244314" cy="4793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0692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3A3CA-AA92-C6A9-42A1-C718CF4D4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F9C9919-9AEF-2B12-8E4E-0212CCF01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Chip-Level – Fibre Array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71A886-9ACE-FE7E-F4A1-2FCBB698D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46" y="2196725"/>
            <a:ext cx="4023780" cy="4345324"/>
          </a:xfrm>
        </p:spPr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296D79-F14E-6253-24E3-B269D1701296}"/>
              </a:ext>
            </a:extLst>
          </p:cNvPr>
          <p:cNvSpPr txBox="1"/>
          <p:nvPr/>
        </p:nvSpPr>
        <p:spPr>
          <a:xfrm>
            <a:off x="5091594" y="1669686"/>
            <a:ext cx="6357711" cy="4801314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rtlCol="0">
            <a:spAutoFit/>
          </a:bodyPr>
          <a:lstStyle/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dirty="0"/>
              <a:t>SETUP (Picture)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8A11AF93-3A08-C8F3-A822-84D3D25687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57" t="48518" b="17037"/>
          <a:stretch>
            <a:fillRect/>
          </a:stretch>
        </p:blipFill>
        <p:spPr bwMode="auto">
          <a:xfrm>
            <a:off x="7902589" y="2094186"/>
            <a:ext cx="3325541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7CC469B5-B657-1E5B-D7D4-B77957E38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6245" y="1883223"/>
            <a:ext cx="2461693" cy="4374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97707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EAEDC-3735-E9B2-658B-6095EFDE7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B63FF9-E7AE-A71B-DDA0-8E2DFEB68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Chip-Level – Visible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67BFA9-C908-35CB-7CF2-B3451C10D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46" y="2196725"/>
            <a:ext cx="4584497" cy="4345324"/>
          </a:xfrm>
        </p:spPr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2D75EF-9F50-6290-A00F-28182EF66FBE}"/>
              </a:ext>
            </a:extLst>
          </p:cNvPr>
          <p:cNvSpPr txBox="1"/>
          <p:nvPr/>
        </p:nvSpPr>
        <p:spPr>
          <a:xfrm>
            <a:off x="5277443" y="1669686"/>
            <a:ext cx="6357711" cy="4801314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rtlCol="0">
            <a:spAutoFit/>
          </a:bodyPr>
          <a:lstStyle/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dirty="0"/>
              <a:t>SETUP (Picture)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A51BFE-4A1B-D830-83C5-3F61DD2D40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881" b="12811"/>
          <a:stretch>
            <a:fillRect/>
          </a:stretch>
        </p:blipFill>
        <p:spPr>
          <a:xfrm>
            <a:off x="5331106" y="1669686"/>
            <a:ext cx="1705289" cy="191890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115F88-1B3C-9FBF-F723-4E36716BA1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665" b="13520"/>
          <a:stretch>
            <a:fillRect/>
          </a:stretch>
        </p:blipFill>
        <p:spPr>
          <a:xfrm>
            <a:off x="6845023" y="1908551"/>
            <a:ext cx="4843794" cy="428884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2077288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AA05D-1B17-AB23-14F6-C396C8534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DA38A01-B6E9-64A5-7920-370DD80F0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Chip-Level – Mid-IR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A5B73A-5593-4565-D2F9-600CFCCEF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46" y="2196725"/>
            <a:ext cx="4584497" cy="4345324"/>
          </a:xfrm>
        </p:spPr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F93977-F8B5-B7AE-6169-58F61CAE7744}"/>
              </a:ext>
            </a:extLst>
          </p:cNvPr>
          <p:cNvSpPr txBox="1"/>
          <p:nvPr/>
        </p:nvSpPr>
        <p:spPr>
          <a:xfrm>
            <a:off x="5277443" y="1669686"/>
            <a:ext cx="6357711" cy="4801314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rtlCol="0">
            <a:spAutoFit/>
          </a:bodyPr>
          <a:lstStyle/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dirty="0"/>
              <a:t>SETUP (Picture)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C8BD12A3-BDF6-5725-1123-28ADF4088F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55" b="12037"/>
          <a:stretch>
            <a:fillRect/>
          </a:stretch>
        </p:blipFill>
        <p:spPr bwMode="auto">
          <a:xfrm>
            <a:off x="7666411" y="1992600"/>
            <a:ext cx="3651446" cy="3825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1938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F75AE-A1C8-EEE2-7875-40369FADD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858C2BE-CD91-B818-CB98-BBD419499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Chip-Level – Edge coupling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7FDCB-7BFC-419C-EDBC-DBF46759C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46" y="2196725"/>
            <a:ext cx="4584497" cy="4345324"/>
          </a:xfrm>
        </p:spPr>
        <p:txBody>
          <a:bodyPr/>
          <a:lstStyle/>
          <a:p>
            <a:r>
              <a:rPr lang="en-GB" dirty="0"/>
              <a:t>To build the setup</a:t>
            </a:r>
          </a:p>
          <a:p>
            <a:r>
              <a:rPr lang="en-GB" dirty="0"/>
              <a:t>List out the components (Thorlabs) need to be purchased for the setup</a:t>
            </a:r>
          </a:p>
          <a:p>
            <a:pPr lvl="1"/>
            <a:r>
              <a:rPr lang="en-GB" dirty="0">
                <a:hlinkClick r:id="rId2"/>
              </a:rPr>
              <a:t>Thorlabs · HFV002 Tapered V-Groove Fiber Holder for Multi-Axis Stages</a:t>
            </a:r>
            <a:endParaRPr lang="en-GB" dirty="0"/>
          </a:p>
          <a:p>
            <a:pPr lvl="1"/>
            <a:r>
              <a:rPr lang="en-GB" dirty="0">
                <a:hlinkClick r:id="rId3"/>
              </a:rPr>
              <a:t>Thorlabs · P3-SMF28Y-FC-5 Single Mode Patch Cable, 1260-1625 nm, FC/APC, Ø900 µm Jacket, 5 m Long</a:t>
            </a:r>
            <a:endParaRPr lang="en-GB" dirty="0"/>
          </a:p>
          <a:p>
            <a:pPr lvl="1"/>
            <a:r>
              <a:rPr lang="en-GB" dirty="0"/>
              <a:t>Chip holder/stage (like the one in Mid-IR lab)</a:t>
            </a:r>
          </a:p>
          <a:p>
            <a:pPr lvl="1"/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96D6A8-BB11-58F2-BFCE-41A884D0E47E}"/>
              </a:ext>
            </a:extLst>
          </p:cNvPr>
          <p:cNvSpPr txBox="1"/>
          <p:nvPr/>
        </p:nvSpPr>
        <p:spPr>
          <a:xfrm>
            <a:off x="5277443" y="1669686"/>
            <a:ext cx="6357711" cy="4801314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rtlCol="0">
            <a:spAutoFit/>
          </a:bodyPr>
          <a:lstStyle/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dirty="0"/>
              <a:t>SETUP (Picture)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3005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8560D-1B82-39F1-45E5-76D273779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74E71EC-36AF-EDF5-0851-792722DA3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Wafer-Level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82493E-A0BA-7E4A-DC0D-89F1BCA263A8}"/>
              </a:ext>
            </a:extLst>
          </p:cNvPr>
          <p:cNvSpPr txBox="1"/>
          <p:nvPr/>
        </p:nvSpPr>
        <p:spPr>
          <a:xfrm>
            <a:off x="4548130" y="1648595"/>
            <a:ext cx="6357711" cy="4801314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rtlCol="0">
            <a:spAutoFit/>
          </a:bodyPr>
          <a:lstStyle/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dirty="0"/>
              <a:t>SETUP (Picture)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7DD14E00-6088-247C-C5A4-107D1F80E4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892"/>
          <a:stretch>
            <a:fillRect/>
          </a:stretch>
        </p:blipFill>
        <p:spPr>
          <a:xfrm>
            <a:off x="4548130" y="1648595"/>
            <a:ext cx="4102591" cy="3834991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80D745B-2DE5-9D40-0C5B-1969308FFA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0721" y="1664035"/>
            <a:ext cx="2385240" cy="31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7215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CBD2B5-AF1F-80D3-A8DD-7E0E6A5D9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A3A0DDB-96BF-62CB-D101-F411530EA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Wafer-Level Optical Testing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CDCE3-BA6E-3C6D-E518-08D620FE2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46" y="2196725"/>
            <a:ext cx="3911637" cy="4345324"/>
          </a:xfrm>
        </p:spPr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C1D8CE-7B7E-1834-95F7-A6ED2ED1772C}"/>
              </a:ext>
            </a:extLst>
          </p:cNvPr>
          <p:cNvSpPr txBox="1"/>
          <p:nvPr/>
        </p:nvSpPr>
        <p:spPr>
          <a:xfrm>
            <a:off x="4548130" y="1648595"/>
            <a:ext cx="6357711" cy="4801314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rtlCol="0">
            <a:spAutoFit/>
          </a:bodyPr>
          <a:lstStyle/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dirty="0"/>
              <a:t>SETUP (Picture)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244F263-941D-F44C-BF87-AC4966580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3831" y="1992600"/>
            <a:ext cx="4886308" cy="367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9559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DDAFD-5F85-A388-FB20-B4E8090CE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6B5380-8D64-8F31-9774-4A1B9C3EE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Wafer-Level Electrical Testing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2152B-BAC6-A167-AF6D-98CA28BCC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46" y="2196725"/>
            <a:ext cx="4946807" cy="4345324"/>
          </a:xfrm>
        </p:spPr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C50BEC-52CA-AE58-807B-A357A3EBFEC9}"/>
              </a:ext>
            </a:extLst>
          </p:cNvPr>
          <p:cNvSpPr txBox="1"/>
          <p:nvPr/>
        </p:nvSpPr>
        <p:spPr>
          <a:xfrm>
            <a:off x="4548130" y="1648595"/>
            <a:ext cx="6357711" cy="4801314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rtlCol="0">
            <a:spAutoFit/>
          </a:bodyPr>
          <a:lstStyle/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r>
              <a:rPr lang="en-GB" dirty="0"/>
              <a:t>SETUP (Picture)</a:t>
            </a:r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  <a:p>
            <a:pPr algn="ctr"/>
            <a:endParaRPr lang="en-GB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2B0148D-5EA9-274A-2F77-A62A607D56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0"/>
          <a:stretch>
            <a:fillRect/>
          </a:stretch>
        </p:blipFill>
        <p:spPr bwMode="auto">
          <a:xfrm>
            <a:off x="5905443" y="2210484"/>
            <a:ext cx="4598607" cy="3677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49744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5537E-DAEF-129E-701F-531116A1A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BEA2AD1-EC7E-E3F4-C72A-4313507A8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Measurement Examples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4487E4-2284-1590-6433-9DE13D44F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Transmission spectrum</a:t>
            </a:r>
          </a:p>
          <a:p>
            <a:r>
              <a:rPr lang="en-GB" dirty="0"/>
              <a:t>Phase shift vs power</a:t>
            </a:r>
          </a:p>
          <a:p>
            <a:r>
              <a:rPr lang="en-GB" dirty="0"/>
              <a:t>MATLAB</a:t>
            </a:r>
          </a:p>
        </p:txBody>
      </p:sp>
    </p:spTree>
    <p:extLst>
      <p:ext uri="{BB962C8B-B14F-4D97-AF65-F5344CB8AC3E}">
        <p14:creationId xmlns:p14="http://schemas.microsoft.com/office/powerpoint/2010/main" val="10015112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92FD0-E85D-72D0-F328-004CEBF5C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59AAA62-2E47-D040-0CAF-FEBF258BA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Equipment Summary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B855AF6-926E-273B-2F8A-5A8A9A43B6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Optical </a:t>
            </a:r>
          </a:p>
          <a:p>
            <a:pPr lvl="1"/>
            <a:r>
              <a:rPr lang="en-GB" dirty="0" err="1"/>
              <a:t>Tunable</a:t>
            </a:r>
            <a:r>
              <a:rPr lang="en-GB" dirty="0"/>
              <a:t> laser sources</a:t>
            </a:r>
          </a:p>
          <a:p>
            <a:pPr lvl="1"/>
            <a:r>
              <a:rPr lang="en-GB" dirty="0" err="1"/>
              <a:t>Powermeters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81006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C49DD-5F92-6BEF-4283-B94E41841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9E3DC1A-6D89-FE5F-9A1A-E713B7D99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Future capabilities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E3E0AE-7E20-76E2-CD99-D285ADA41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Edge coupling</a:t>
            </a:r>
          </a:p>
          <a:p>
            <a:r>
              <a:rPr lang="en-GB" dirty="0"/>
              <a:t>Database integration</a:t>
            </a:r>
          </a:p>
          <a:p>
            <a:r>
              <a:rPr lang="en-GB" dirty="0"/>
              <a:t>Mid-IR</a:t>
            </a:r>
          </a:p>
        </p:txBody>
      </p:sp>
    </p:spTree>
    <p:extLst>
      <p:ext uri="{BB962C8B-B14F-4D97-AF65-F5344CB8AC3E}">
        <p14:creationId xmlns:p14="http://schemas.microsoft.com/office/powerpoint/2010/main" val="29920283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00" y="2560201"/>
            <a:ext cx="4961128" cy="1437322"/>
          </a:xfrm>
        </p:spPr>
        <p:txBody>
          <a:bodyPr anchor="b">
            <a:normAutofit/>
          </a:bodyPr>
          <a:lstStyle/>
          <a:p>
            <a:r>
              <a:rPr lang="en-GB"/>
              <a:t>Test Setup </a:t>
            </a:r>
            <a:br>
              <a:rPr lang="en-GB" dirty="0"/>
            </a:br>
            <a:r>
              <a:rPr lang="en-GB"/>
              <a:t>- Upgrades 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20000" y="4442400"/>
            <a:ext cx="4965350" cy="165576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GB"/>
              <a:t>Created: Aiman Hazim (13/04/2026)</a:t>
            </a:r>
          </a:p>
        </p:txBody>
      </p:sp>
      <p:sp>
        <p:nvSpPr>
          <p:cNvPr id="8" name="Online Image Placeholder 3">
            <a:extLst>
              <a:ext uri="{FF2B5EF4-FFF2-40B4-BE49-F238E27FC236}">
                <a16:creationId xmlns:a16="http://schemas.microsoft.com/office/drawing/2014/main" id="{9A55C19D-BA48-2DCF-5AC3-A7219D5E2B4A}"/>
              </a:ext>
            </a:extLst>
          </p:cNvPr>
          <p:cNvSpPr>
            <a:spLocks noGrp="1"/>
          </p:cNvSpPr>
          <p:nvPr>
            <p:ph type="clipArt" sz="quarter" idx="10"/>
          </p:nvPr>
        </p:nvSpPr>
        <p:spPr>
          <a:xfrm>
            <a:off x="6215605" y="0"/>
            <a:ext cx="5976395" cy="6858000"/>
          </a:xfr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50399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8B2043B-2BB6-43F1-234D-CE55E23D4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Measurement labs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A905E71-35D4-248B-BA09-6E4C964D2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Lab 2077 - Optical measurement lab</a:t>
            </a:r>
          </a:p>
          <a:p>
            <a:r>
              <a:rPr lang="en-GB" dirty="0"/>
              <a:t>Lab 2074 – Wafer-scale tester lab</a:t>
            </a:r>
          </a:p>
        </p:txBody>
      </p:sp>
    </p:spTree>
    <p:extLst>
      <p:ext uri="{BB962C8B-B14F-4D97-AF65-F5344CB8AC3E}">
        <p14:creationId xmlns:p14="http://schemas.microsoft.com/office/powerpoint/2010/main" val="29436462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A41638-943C-BCE0-DD0F-34EB6BEEF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Current Setup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1F3A2E6-7ED7-B017-34A3-61BB027AEA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Lab 2077 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32751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341A36-52A6-61E8-D00C-E0C761F72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List of Equipment (interest)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ED087D-C777-0F5A-C72B-ECFBF4A74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Lensed fibre array – PHIX</a:t>
            </a:r>
          </a:p>
          <a:p>
            <a:pPr lvl="1"/>
            <a:r>
              <a:rPr lang="en-GB" dirty="0">
                <a:hlinkClick r:id="rId2"/>
              </a:rPr>
              <a:t>Lensed </a:t>
            </a:r>
            <a:r>
              <a:rPr lang="en-GB" dirty="0" err="1">
                <a:hlinkClick r:id="rId2"/>
              </a:rPr>
              <a:t>fiber</a:t>
            </a:r>
            <a:r>
              <a:rPr lang="en-GB" dirty="0">
                <a:hlinkClick r:id="rId2"/>
              </a:rPr>
              <a:t> array Archives - Fiber Array </a:t>
            </a:r>
            <a:r>
              <a:rPr lang="en-GB" dirty="0" err="1">
                <a:hlinkClick r:id="rId2"/>
              </a:rPr>
              <a:t>Webshop</a:t>
            </a:r>
            <a:endParaRPr lang="en-GB" dirty="0"/>
          </a:p>
          <a:p>
            <a:pPr lvl="1"/>
            <a:endParaRPr lang="en-GB" dirty="0"/>
          </a:p>
          <a:p>
            <a:pPr lvl="1"/>
            <a:endParaRPr lang="en-GB" dirty="0"/>
          </a:p>
          <a:p>
            <a:r>
              <a:rPr lang="en-GB" dirty="0">
                <a:hlinkClick r:id="rId3"/>
              </a:rPr>
              <a:t>Thorlabs · Cerna® Mini Microscopes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095225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DB5DF7A-5FD6-5296-C29B-4EA0248BA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Plan for New Setup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0E9A13D-9A14-9E23-DD87-0251A83CD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To build our own optical test setup </a:t>
            </a:r>
          </a:p>
          <a:p>
            <a:pPr lvl="1"/>
            <a:r>
              <a:rPr lang="en-GB" dirty="0"/>
              <a:t>A setup dedicated for CORNERSTONE’s MPW/Bespoke/Development chips and wafers</a:t>
            </a:r>
          </a:p>
          <a:p>
            <a:pPr lvl="1"/>
            <a:r>
              <a:rPr lang="en-GB" dirty="0"/>
              <a:t>As a backup for the WST </a:t>
            </a:r>
          </a:p>
          <a:p>
            <a:pPr lvl="1"/>
            <a:r>
              <a:rPr lang="en-GB" dirty="0"/>
              <a:t>Minimise disruption </a:t>
            </a:r>
            <a:r>
              <a:rPr lang="en-GB" dirty="0" err="1"/>
              <a:t>eg</a:t>
            </a:r>
            <a:r>
              <a:rPr lang="en-GB" dirty="0"/>
              <a:t> booking of measurement setups in lab 2077 (busy week with PHD students)</a:t>
            </a:r>
          </a:p>
          <a:p>
            <a:pPr lvl="1"/>
            <a:r>
              <a:rPr lang="en-GB" dirty="0"/>
              <a:t>The setup would </a:t>
            </a:r>
            <a:r>
              <a:rPr lang="en-GB"/>
              <a:t>be in Lab2074 </a:t>
            </a:r>
            <a:endParaRPr lang="en-GB" dirty="0"/>
          </a:p>
          <a:p>
            <a:pPr marL="457189" lvl="1" indent="0">
              <a:buNone/>
            </a:pPr>
            <a:r>
              <a:rPr lang="en-GB" dirty="0"/>
              <a:t> </a:t>
            </a:r>
          </a:p>
          <a:p>
            <a:r>
              <a:rPr lang="en-GB" dirty="0"/>
              <a:t>Laser source</a:t>
            </a:r>
          </a:p>
          <a:p>
            <a:r>
              <a:rPr lang="en-GB" dirty="0"/>
              <a:t>Detector </a:t>
            </a:r>
          </a:p>
          <a:p>
            <a:r>
              <a:rPr lang="en-GB" dirty="0"/>
              <a:t>Fibre arms</a:t>
            </a:r>
          </a:p>
          <a:p>
            <a:r>
              <a:rPr lang="en-GB" dirty="0"/>
              <a:t>Wafer stage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3395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C25FCF6-0D17-5630-98A8-F13C06095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Estimated cost for the setup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CAA8E8-2630-BD91-4487-C9A20C2AC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99910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E4EF1D7-C5A4-EC5E-B143-2263DD8EA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Wafer-scale tester (Upgrade/ alternative)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33EFB72-3317-51DF-8238-818EA6CD6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34144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02E4467-CF77-855E-6E41-BA0CEDCF4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WST – </a:t>
            </a:r>
            <a:r>
              <a:rPr lang="en-GB" dirty="0" err="1"/>
              <a:t>Ficontec</a:t>
            </a:r>
            <a:endParaRPr lang="en-GB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B9E6CF-D9C3-23D5-0AE4-4EFC093DE2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  <a:p>
            <a:r>
              <a:rPr lang="en-GB" dirty="0"/>
              <a:t>Plan upgrades:</a:t>
            </a:r>
          </a:p>
          <a:p>
            <a:pPr lvl="1"/>
            <a:r>
              <a:rPr lang="en-GB" dirty="0"/>
              <a:t>Electrical measurement – tested to be worked but the </a:t>
            </a:r>
            <a:r>
              <a:rPr lang="en-GB"/>
              <a:t>process hasn’t </a:t>
            </a:r>
            <a:r>
              <a:rPr lang="en-GB" dirty="0"/>
              <a:t>fully developed yet</a:t>
            </a:r>
          </a:p>
          <a:p>
            <a:pPr lvl="1"/>
            <a:r>
              <a:rPr lang="en-GB" dirty="0"/>
              <a:t>Chip-scale measurement – to measure chips on chips tray </a:t>
            </a:r>
          </a:p>
          <a:p>
            <a:pPr lvl="1"/>
            <a:r>
              <a:rPr lang="en-GB" dirty="0"/>
              <a:t>Fibre array measurement – to align and measure fibre array structures on wafers (</a:t>
            </a:r>
            <a:r>
              <a:rPr lang="en-GB" dirty="0" err="1"/>
              <a:t>eg</a:t>
            </a:r>
            <a:r>
              <a:rPr lang="en-GB" dirty="0"/>
              <a:t> two fibres are placed on a fibre array holder (with certain pitch) to one hexapod)</a:t>
            </a:r>
          </a:p>
          <a:p>
            <a:pPr lvl="1"/>
            <a:r>
              <a:rPr lang="en-GB" dirty="0"/>
              <a:t>1310nm O-band measurements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925658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B6F09E-BD55-4460-58FC-1F3D2D47C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EXFO – wafer/chip tester 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73897A-A657-3057-3D25-C0A70455A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Alternative</a:t>
            </a:r>
          </a:p>
          <a:p>
            <a:r>
              <a:rPr lang="en-GB" dirty="0"/>
              <a:t>Cost 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02664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7572790F-3893-1B8E-EBC2-B527FFB492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9069" y="2559600"/>
            <a:ext cx="10753863" cy="1437322"/>
          </a:xfrm>
        </p:spPr>
        <p:txBody>
          <a:bodyPr/>
          <a:lstStyle/>
          <a:p>
            <a:r>
              <a:rPr lang="en-US" dirty="0"/>
              <a:t>CORNERSTONE Testing Service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3C1043DA-802B-D7C5-B652-E1C73EDAD6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9400" y="4442400"/>
            <a:ext cx="10753200" cy="1655762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4580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D1A459-7FB7-4EA4-8111-B0E6893129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Plan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FA36CB7-56C0-4C5B-67B8-9C522802256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Preparing Test Design Kit documentation </a:t>
            </a:r>
          </a:p>
          <a:p>
            <a:pPr lvl="1"/>
            <a:r>
              <a:rPr lang="en-GB" dirty="0"/>
              <a:t>Max allowable gap/spacing between gratings</a:t>
            </a:r>
          </a:p>
          <a:p>
            <a:pPr lvl="1"/>
            <a:r>
              <a:rPr lang="en-GB" dirty="0"/>
              <a:t>Number of waveguides to be measured</a:t>
            </a:r>
          </a:p>
          <a:p>
            <a:r>
              <a:rPr lang="en-GB" dirty="0"/>
              <a:t>Testing Service in CORNERSTONE website</a:t>
            </a:r>
          </a:p>
          <a:p>
            <a:endParaRPr lang="en-GB" dirty="0"/>
          </a:p>
          <a:p>
            <a:pPr lvl="1"/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4740E2-9380-D2E0-6ADC-360B3FDAF57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3D906CC-FD68-7D57-A6F4-709299789D92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7D784B-EA21-9BD1-DB08-59AD88216B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9675395"/>
      </p:ext>
    </p:extLst>
  </p:cSld>
  <p:clrMapOvr>
    <a:masterClrMapping/>
  </p:clrMapOvr>
</p:sld>
</file>

<file path=ppt/theme/theme1.xml><?xml version="1.0" encoding="utf-8"?>
<a:theme xmlns:a="http://schemas.openxmlformats.org/drawingml/2006/main" name="CORNERSTONE2026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ORNERSTONE2026" id="{3D06F3AF-BDF9-4AC4-8991-E805CCFB8648}" vid="{2D285F13-483D-47CD-9D5B-C70C197867A5}"/>
    </a:ext>
  </a:extLst>
</a:theme>
</file>

<file path=ppt/theme/theme2.xml><?xml version="1.0" encoding="utf-8"?>
<a:theme xmlns:a="http://schemas.openxmlformats.org/drawingml/2006/main" name="02_Content Slide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03_Content Slides (White Background)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9f8affc1-1773-451c-8f00-5d38c91816ea" xsi:nil="true"/>
    <_ip_UnifiedCompliancePolicyUIAction xmlns="http://schemas.microsoft.com/sharepoint/v3" xsi:nil="true"/>
    <tag xmlns="9f8affc1-1773-451c-8f00-5d38c91816ea" xsi:nil="true"/>
    <TaxCatchAll xmlns="679bc0a9-d706-43ab-8d4d-431ee86bcb8b" xsi:nil="true"/>
    <_ip_UnifiedCompliancePolicyProperties xmlns="http://schemas.microsoft.com/sharepoint/v3" xsi:nil="true"/>
    <approvalstatus xmlns="9f8affc1-1773-451c-8f00-5d38c91816ea" xsi:nil="true"/>
    <lcf76f155ced4ddcb4097134ff3c332f xmlns="9f8affc1-1773-451c-8f00-5d38c91816ea">
      <Terms xmlns="http://schemas.microsoft.com/office/infopath/2007/PartnerControls"/>
    </lcf76f155ced4ddcb4097134ff3c332f>
    <Batchtype xmlns="9f8affc1-1773-451c-8f00-5d38c91816e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B187E07B5CD24598F0DE2435390DA9" ma:contentTypeVersion="26" ma:contentTypeDescription="Create a new document." ma:contentTypeScope="" ma:versionID="14ef40ad5dfc79662d0c3cb29a1b681c">
  <xsd:schema xmlns:xsd="http://www.w3.org/2001/XMLSchema" xmlns:xs="http://www.w3.org/2001/XMLSchema" xmlns:p="http://schemas.microsoft.com/office/2006/metadata/properties" xmlns:ns1="http://schemas.microsoft.com/sharepoint/v3" xmlns:ns2="9f8affc1-1773-451c-8f00-5d38c91816ea" xmlns:ns3="679bc0a9-d706-43ab-8d4d-431ee86bcb8b" targetNamespace="http://schemas.microsoft.com/office/2006/metadata/properties" ma:root="true" ma:fieldsID="8c27848c99171e1da85f034b13c68d0b" ns1:_="" ns2:_="" ns3:_="">
    <xsd:import namespace="http://schemas.microsoft.com/sharepoint/v3"/>
    <xsd:import namespace="9f8affc1-1773-451c-8f00-5d38c91816ea"/>
    <xsd:import namespace="679bc0a9-d706-43ab-8d4d-431ee86bcb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ObjectDetectorVersions" minOccurs="0"/>
                <xsd:element ref="ns2:tag" minOccurs="0"/>
                <xsd:element ref="ns2:_Flow_SignoffStatus" minOccurs="0"/>
                <xsd:element ref="ns2:MediaServiceSearchProperties" minOccurs="0"/>
                <xsd:element ref="ns2:MediaServiceBillingMetadata" minOccurs="0"/>
                <xsd:element ref="ns1:_ip_UnifiedCompliancePolicyProperties" minOccurs="0"/>
                <xsd:element ref="ns1:_ip_UnifiedCompliancePolicyUIAction" minOccurs="0"/>
                <xsd:element ref="ns2:approvalstatus" minOccurs="0"/>
                <xsd:element ref="ns2:Batchtyp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8affc1-1773-451c-8f00-5d38c91816e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cbf2f534-9c3d-494b-83fb-768e807180c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tag" ma:index="24" nillable="true" ma:displayName="tag" ma:format="Dropdown" ma:indexed="true" ma:internalName="tag">
      <xsd:simpleType>
        <xsd:restriction base="dms:Text">
          <xsd:maxLength value="255"/>
        </xsd:restriction>
      </xsd:simpleType>
    </xsd:element>
    <xsd:element name="_Flow_SignoffStatus" ma:index="25" nillable="true" ma:displayName="Sign-off status" ma:internalName="Sign_x002d_off_x0020_status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  <xsd:element name="approvalstatus" ma:index="30" nillable="true" ma:displayName="approval status" ma:format="Dropdown" ma:internalName="approvalstatus">
      <xsd:simpleType>
        <xsd:restriction base="dms:Choice">
          <xsd:enumeration value="not approoved"/>
          <xsd:enumeration value="approved"/>
          <xsd:enumeration value="under revision"/>
        </xsd:restriction>
      </xsd:simpleType>
    </xsd:element>
    <xsd:element name="Batchtype" ma:index="31" nillable="true" ma:displayName="Batch type" ma:format="Dropdown" ma:list="0b934653-aab5-4b22-9828-34cfbac082ce" ma:internalName="Batchtype" ma:showField="Title">
      <xsd:simpleType>
        <xsd:restriction base="dms:Lookup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9bc0a9-d706-43ab-8d4d-431ee86bcb8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f74992a1-1a72-43cf-ad51-006eafc568cd}" ma:internalName="TaxCatchAll" ma:showField="CatchAllData" ma:web="679bc0a9-d706-43ab-8d4d-431ee86bcb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10E6607-25BD-4F45-9EF0-F18D4BF30E3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8C6F245-875F-4962-A086-CD188081DD01}">
  <ds:schemaRefs>
    <ds:schemaRef ds:uri="http://schemas.microsoft.com/office/2006/metadata/properties"/>
    <ds:schemaRef ds:uri="http://schemas.microsoft.com/office/infopath/2007/PartnerControls"/>
    <ds:schemaRef ds:uri="9f8affc1-1773-451c-8f00-5d38c91816ea"/>
    <ds:schemaRef ds:uri="http://schemas.microsoft.com/sharepoint/v3"/>
    <ds:schemaRef ds:uri="679bc0a9-d706-43ab-8d4d-431ee86bcb8b"/>
  </ds:schemaRefs>
</ds:datastoreItem>
</file>

<file path=customXml/itemProps3.xml><?xml version="1.0" encoding="utf-8"?>
<ds:datastoreItem xmlns:ds="http://schemas.openxmlformats.org/officeDocument/2006/customXml" ds:itemID="{B3406A96-3645-4491-9C46-E3CE0822BA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9f8affc1-1773-451c-8f00-5d38c91816ea"/>
    <ds:schemaRef ds:uri="679bc0a9-d706-43ab-8d4d-431ee86bcb8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CORNERSTONE2026</Template>
  <TotalTime>2347</TotalTime>
  <Words>634</Words>
  <Application>Microsoft Office PowerPoint</Application>
  <PresentationFormat>Widescreen</PresentationFormat>
  <Paragraphs>308</Paragraphs>
  <Slides>41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CORNERSTONE2026</vt:lpstr>
      <vt:lpstr>02_Content Slides</vt:lpstr>
      <vt:lpstr>03_Content Slides (White Background)</vt:lpstr>
      <vt:lpstr>CORNERSTONE TESTING</vt:lpstr>
      <vt:lpstr>PowerPoint Presentation</vt:lpstr>
      <vt:lpstr>Contents</vt:lpstr>
      <vt:lpstr>Testing - Overview</vt:lpstr>
      <vt:lpstr>PowerPoint Presentation</vt:lpstr>
      <vt:lpstr>PowerPoint Presentation</vt:lpstr>
      <vt:lpstr>Measurement Setup</vt:lpstr>
      <vt:lpstr>Chip-Level Optical Testing - Setup</vt:lpstr>
      <vt:lpstr>Chip-Level Optical Testing - Setup</vt:lpstr>
      <vt:lpstr>PowerPoint Presentation</vt:lpstr>
      <vt:lpstr>Chip-Level Electrical Testing</vt:lpstr>
      <vt:lpstr>Chip-Level Electrical Testing - Setup</vt:lpstr>
      <vt:lpstr>Optical Characterisation</vt:lpstr>
      <vt:lpstr> Insertion Loss</vt:lpstr>
      <vt:lpstr> Propagation Loss</vt:lpstr>
      <vt:lpstr> Coupling Loss (Gratings)</vt:lpstr>
      <vt:lpstr> MZI – Heater Efficiency </vt:lpstr>
      <vt:lpstr> TE/TM mode </vt:lpstr>
      <vt:lpstr> Fibre angle Variation</vt:lpstr>
      <vt:lpstr> Tunable RR based optical reflector</vt:lpstr>
      <vt:lpstr>Chip-Level – Fibre Array</vt:lpstr>
      <vt:lpstr>Chip-Level – Visible</vt:lpstr>
      <vt:lpstr>Chip-Level – Mid-IR</vt:lpstr>
      <vt:lpstr>Chip-Level – Edge coupling </vt:lpstr>
      <vt:lpstr>Wafer-Level</vt:lpstr>
      <vt:lpstr>Wafer-Level Optical Testing</vt:lpstr>
      <vt:lpstr>Wafer-Level Electrical Testing</vt:lpstr>
      <vt:lpstr>Measurement Examples</vt:lpstr>
      <vt:lpstr>Equipment Summary</vt:lpstr>
      <vt:lpstr>Future capabilities</vt:lpstr>
      <vt:lpstr>Test Setup  - Upgrades </vt:lpstr>
      <vt:lpstr>Measurement labs</vt:lpstr>
      <vt:lpstr>Current Setup</vt:lpstr>
      <vt:lpstr>List of Equipment (interest)</vt:lpstr>
      <vt:lpstr>Plan for New Setup</vt:lpstr>
      <vt:lpstr>Estimated cost for the setup</vt:lpstr>
      <vt:lpstr>Wafer-scale tester (Upgrade/ alternative)</vt:lpstr>
      <vt:lpstr>WST – Ficontec</vt:lpstr>
      <vt:lpstr>EXFO – wafer/chip tester </vt:lpstr>
      <vt:lpstr>CORNERSTONE Testing Service</vt:lpstr>
      <vt:lpstr>Plan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Aiman Hazim Shafizam</cp:lastModifiedBy>
  <cp:revision>138</cp:revision>
  <dcterms:created xsi:type="dcterms:W3CDTF">2026-04-13T15:14:53Z</dcterms:created>
  <dcterms:modified xsi:type="dcterms:W3CDTF">2026-09-30T12:03:17Z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0x01010031B187E07B5CD24598F0DE2435390DA9</vt:lpwstr>
  </property>
  <property fmtid="{D5CDD505-2E9C-101B-9397-08002B2CF9AE}" pid="3" name="MediaServiceImageTags">
    <vt:lpwstr/>
  </property>
</Properties>
</file>